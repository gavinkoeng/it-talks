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4764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8AF89FC-9F2D-4FA1-B4FF-5BEF9DC379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7BD48E3-1F86-4D98-8F07-D2E80D4DAD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45B262B-99E5-449F-AE2D-894C46DAFA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354D226-B683-414C-A542-2D5CA5CB30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4243FC1-CF60-4EAB-8B70-9997B79DE4A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00CE83A-4727-4894-A931-CF37994BAF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F91BFD3-A3D0-47B7-AFC2-6D19CF1FC0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E0F89AE-0801-4700-9D2A-E04DFE27AF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BC6838C-91AD-47E5-B60D-58C371ACAC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DE65DECD-CED5-4EE3-A4DA-5EA3B33A22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B8E1AF2-8B61-42D7-9D3C-DFC199B66D4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76D793E-1D6F-409A-9D50-69FE77A5062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16AF5E2C-004D-4D38-8C22-E188152A099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93800F4C-0F3C-494E-8710-DD90CA2B94D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03576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CA564DA-EF25-48E7-B918-416450D3648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95190A6-3505-4A15-8B6C-2B66E4E0F19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9659214E-6575-44AA-A947-55CBFED939C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6366F96-4594-466F-8F2C-6DDECA18BC1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7"/>
          <p:cNvCxnSpPr/>
          <p:nvPr/>
        </p:nvCxnSpPr>
        <p:spPr>
          <a:xfrm>
            <a:off x="742680" y="434160"/>
            <a:ext cx="720" cy="1392120"/>
          </a:xfrm>
          <a:prstGeom prst="straightConnector1">
            <a:avLst/>
          </a:prstGeom>
          <a:ln w="0">
            <a:solidFill>
              <a:srgbClr val="5b9bd5"/>
            </a:solidFill>
          </a:ln>
        </p:spPr>
      </p:cxnSp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2EB050D6-802E-4400-884E-137074730E0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6690F2D7-C20E-440D-A211-678C43D1E41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s 48"/>
          <p:cNvSpPr/>
          <p:nvPr/>
        </p:nvSpPr>
        <p:spPr>
          <a:xfrm>
            <a:off x="412560" y="2952000"/>
            <a:ext cx="11196000" cy="3294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宿主虚拟机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328200" y="170280"/>
            <a:ext cx="7834680" cy="5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宿主虚拟机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Rectangles 28"/>
          <p:cNvSpPr/>
          <p:nvPr/>
        </p:nvSpPr>
        <p:spPr>
          <a:xfrm>
            <a:off x="329040" y="6174720"/>
            <a:ext cx="11494080" cy="49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（汇编语言）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Rectangles 46"/>
          <p:cNvSpPr/>
          <p:nvPr/>
        </p:nvSpPr>
        <p:spPr>
          <a:xfrm>
            <a:off x="329400" y="1116000"/>
            <a:ext cx="11493360" cy="540000"/>
          </a:xfrm>
          <a:prstGeom prst="rect">
            <a:avLst/>
          </a:prstGeom>
          <a:solidFill>
            <a:srgbClr val="999999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（用户态程序）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Rectangles 47"/>
          <p:cNvSpPr/>
          <p:nvPr/>
        </p:nvSpPr>
        <p:spPr>
          <a:xfrm>
            <a:off x="545400" y="2052000"/>
            <a:ext cx="2514600" cy="540000"/>
          </a:xfrm>
          <a:prstGeom prst="rect">
            <a:avLst/>
          </a:prstGeom>
          <a:solidFill>
            <a:srgbClr val="999999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标准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1" name="Straight Arrow Connector 9"/>
          <p:cNvCxnSpPr/>
          <p:nvPr/>
        </p:nvCxnSpPr>
        <p:spPr>
          <a:xfrm>
            <a:off x="1800000" y="1692000"/>
            <a:ext cx="360" cy="32112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52" name="Straight Arrow Connector 10"/>
          <p:cNvCxnSpPr/>
          <p:nvPr/>
        </p:nvCxnSpPr>
        <p:spPr>
          <a:xfrm>
            <a:off x="1800000" y="2628360"/>
            <a:ext cx="360" cy="32112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53" name="Straight Arrow Connector 12"/>
          <p:cNvCxnSpPr/>
          <p:nvPr/>
        </p:nvCxnSpPr>
        <p:spPr>
          <a:xfrm flipH="1">
            <a:off x="9492480" y="1692720"/>
            <a:ext cx="11880" cy="126072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54" name="Rectangles 6"/>
          <p:cNvSpPr/>
          <p:nvPr/>
        </p:nvSpPr>
        <p:spPr>
          <a:xfrm>
            <a:off x="10980000" y="1656000"/>
            <a:ext cx="828000" cy="4536000"/>
          </a:xfrm>
          <a:prstGeom prst="rect">
            <a:avLst/>
          </a:prstGeom>
          <a:solidFill>
            <a:srgbClr val="5b9bd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工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具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链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s 4"/>
          <p:cNvSpPr/>
          <p:nvPr/>
        </p:nvSpPr>
        <p:spPr>
          <a:xfrm>
            <a:off x="504000" y="2880000"/>
            <a:ext cx="11087280" cy="7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（用户态接口）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328200" y="170280"/>
            <a:ext cx="7834680" cy="5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宿主虚拟机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Rectangles 148"/>
          <p:cNvSpPr/>
          <p:nvPr/>
        </p:nvSpPr>
        <p:spPr>
          <a:xfrm>
            <a:off x="329040" y="6174720"/>
            <a:ext cx="11494080" cy="49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（汇编语言）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Rectangles 1"/>
          <p:cNvSpPr/>
          <p:nvPr/>
        </p:nvSpPr>
        <p:spPr>
          <a:xfrm>
            <a:off x="576000" y="2952000"/>
            <a:ext cx="2411640" cy="56628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内核系统调用            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           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Rectangles 16"/>
          <p:cNvSpPr/>
          <p:nvPr/>
        </p:nvSpPr>
        <p:spPr>
          <a:xfrm>
            <a:off x="3204000" y="2950200"/>
            <a:ext cx="1727280" cy="57744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内核文件系统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Rectangles 26"/>
          <p:cNvSpPr/>
          <p:nvPr/>
        </p:nvSpPr>
        <p:spPr>
          <a:xfrm>
            <a:off x="2023200" y="2949120"/>
            <a:ext cx="964440" cy="215640"/>
          </a:xfrm>
          <a:prstGeom prst="rect">
            <a:avLst/>
          </a:prstGeom>
          <a:solidFill>
            <a:srgbClr val="cccccc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000000"/>
                </a:solidFill>
                <a:latin typeface="Arial"/>
              </a:rPr>
              <a:t>VDSO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Rectangles 44"/>
          <p:cNvSpPr/>
          <p:nvPr/>
        </p:nvSpPr>
        <p:spPr>
          <a:xfrm>
            <a:off x="7200000" y="2950200"/>
            <a:ext cx="2339640" cy="57744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根文件系统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Rectangles 45"/>
          <p:cNvSpPr/>
          <p:nvPr/>
        </p:nvSpPr>
        <p:spPr>
          <a:xfrm>
            <a:off x="9792000" y="2950200"/>
            <a:ext cx="1727280" cy="57744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1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号进程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Rectangles 2"/>
          <p:cNvSpPr/>
          <p:nvPr/>
        </p:nvSpPr>
        <p:spPr>
          <a:xfrm>
            <a:off x="329400" y="1116000"/>
            <a:ext cx="11493360" cy="540000"/>
          </a:xfrm>
          <a:prstGeom prst="rect">
            <a:avLst/>
          </a:prstGeom>
          <a:solidFill>
            <a:srgbClr val="999999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（用户态程序）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Rectangles 3"/>
          <p:cNvSpPr/>
          <p:nvPr/>
        </p:nvSpPr>
        <p:spPr>
          <a:xfrm>
            <a:off x="545400" y="2052000"/>
            <a:ext cx="2514600" cy="540000"/>
          </a:xfrm>
          <a:prstGeom prst="rect">
            <a:avLst/>
          </a:prstGeom>
          <a:solidFill>
            <a:srgbClr val="999999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标准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Rectangles 5"/>
          <p:cNvSpPr/>
          <p:nvPr/>
        </p:nvSpPr>
        <p:spPr>
          <a:xfrm>
            <a:off x="432000" y="3600000"/>
            <a:ext cx="11196000" cy="2574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操作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系统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内核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6" name="Straight Arrow Connector 2"/>
          <p:cNvCxnSpPr/>
          <p:nvPr/>
        </p:nvCxnSpPr>
        <p:spPr>
          <a:xfrm>
            <a:off x="1800000" y="1692000"/>
            <a:ext cx="360" cy="32112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67" name="Straight Arrow Connector 1"/>
          <p:cNvCxnSpPr/>
          <p:nvPr/>
        </p:nvCxnSpPr>
        <p:spPr>
          <a:xfrm>
            <a:off x="1800000" y="2628360"/>
            <a:ext cx="360" cy="32112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68" name="Straight Arrow Connector 3"/>
          <p:cNvCxnSpPr/>
          <p:nvPr/>
        </p:nvCxnSpPr>
        <p:spPr>
          <a:xfrm flipH="1">
            <a:off x="8232480" y="1692360"/>
            <a:ext cx="11880" cy="126072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69" name="Straight Arrow Connector 4"/>
          <p:cNvCxnSpPr/>
          <p:nvPr/>
        </p:nvCxnSpPr>
        <p:spPr>
          <a:xfrm flipH="1">
            <a:off x="10716480" y="1692720"/>
            <a:ext cx="11880" cy="126072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328200" y="170280"/>
            <a:ext cx="7834680" cy="5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宿主虚拟机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Rectangles 11"/>
          <p:cNvSpPr/>
          <p:nvPr/>
        </p:nvSpPr>
        <p:spPr>
          <a:xfrm>
            <a:off x="329400" y="900000"/>
            <a:ext cx="11493360" cy="719640"/>
          </a:xfrm>
          <a:prstGeom prst="rect">
            <a:avLst/>
          </a:prstGeom>
          <a:solidFill>
            <a:srgbClr val="999999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（用户态接口）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Rectangles 12"/>
          <p:cNvSpPr/>
          <p:nvPr/>
        </p:nvSpPr>
        <p:spPr>
          <a:xfrm>
            <a:off x="329040" y="6174720"/>
            <a:ext cx="11494080" cy="49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（汇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编语言）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Rectangles 13"/>
          <p:cNvSpPr/>
          <p:nvPr/>
        </p:nvSpPr>
        <p:spPr>
          <a:xfrm>
            <a:off x="576000" y="972000"/>
            <a:ext cx="2411640" cy="56628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内核系统调用            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           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ectangles 14"/>
          <p:cNvSpPr/>
          <p:nvPr/>
        </p:nvSpPr>
        <p:spPr>
          <a:xfrm>
            <a:off x="3204000" y="970200"/>
            <a:ext cx="1727280" cy="57744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内核文件系统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s 15"/>
          <p:cNvSpPr/>
          <p:nvPr/>
        </p:nvSpPr>
        <p:spPr>
          <a:xfrm>
            <a:off x="2023200" y="969120"/>
            <a:ext cx="964440" cy="215640"/>
          </a:xfrm>
          <a:prstGeom prst="rect">
            <a:avLst/>
          </a:prstGeom>
          <a:solidFill>
            <a:srgbClr val="cccccc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000000"/>
                </a:solidFill>
                <a:latin typeface="Arial"/>
              </a:rPr>
              <a:t>VDSO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ectangles 17"/>
          <p:cNvSpPr/>
          <p:nvPr/>
        </p:nvSpPr>
        <p:spPr>
          <a:xfrm>
            <a:off x="7200000" y="970200"/>
            <a:ext cx="2339640" cy="57744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根文件系统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s 18"/>
          <p:cNvSpPr/>
          <p:nvPr/>
        </p:nvSpPr>
        <p:spPr>
          <a:xfrm>
            <a:off x="9792000" y="970200"/>
            <a:ext cx="1727280" cy="57744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1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号进程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s 23"/>
          <p:cNvSpPr/>
          <p:nvPr/>
        </p:nvSpPr>
        <p:spPr>
          <a:xfrm>
            <a:off x="324000" y="1619640"/>
            <a:ext cx="10800000" cy="45550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操作系统内核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语言为主编写，汇编语言为辅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chemeClr val="dk1"/>
                </a:solidFill>
                <a:latin typeface="Arial"/>
              </a:rPr>
              <a:t>Linux</a:t>
            </a:r>
            <a:r>
              <a:rPr b="1" lang="zh-CN" sz="1500" spc="-1" strike="noStrike">
                <a:solidFill>
                  <a:schemeClr val="dk1"/>
                </a:solidFill>
                <a:latin typeface="Arial"/>
              </a:rPr>
              <a:t>：驱动部分引入</a:t>
            </a:r>
            <a:r>
              <a:rPr b="1" lang="en-US" sz="1500" spc="-1" strike="noStrike">
                <a:solidFill>
                  <a:schemeClr val="dk1"/>
                </a:solidFill>
                <a:latin typeface="Arial"/>
              </a:rPr>
              <a:t>Rust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chemeClr val="dk1"/>
                </a:solidFill>
                <a:latin typeface="Arial"/>
              </a:rPr>
              <a:t>Windows</a:t>
            </a:r>
            <a:r>
              <a:rPr b="1" lang="zh-CN" sz="1500" spc="-1" strike="noStrike">
                <a:solidFill>
                  <a:schemeClr val="dk1"/>
                </a:solidFill>
                <a:latin typeface="Arial"/>
              </a:rPr>
              <a:t>：图形进内核</a:t>
            </a:r>
            <a:r>
              <a:rPr b="1" lang="en-US" sz="1500" spc="-1" strike="noStrike">
                <a:solidFill>
                  <a:schemeClr val="dk1"/>
                </a:solidFill>
                <a:latin typeface="Arial"/>
              </a:rPr>
              <a:t>C++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chemeClr val="dk1"/>
                </a:solidFill>
                <a:latin typeface="Arial"/>
              </a:rPr>
              <a:t>MacOS</a:t>
            </a:r>
            <a:r>
              <a:rPr b="1" lang="zh-CN" sz="1500" spc="-1" strike="noStrike">
                <a:solidFill>
                  <a:schemeClr val="dk1"/>
                </a:solidFill>
                <a:latin typeface="Arial"/>
              </a:rPr>
              <a:t>：驱动部分引入</a:t>
            </a:r>
            <a:r>
              <a:rPr b="1" lang="en-US" sz="1500" spc="-1" strike="noStrike">
                <a:solidFill>
                  <a:schemeClr val="dk1"/>
                </a:solidFill>
                <a:latin typeface="Arial"/>
              </a:rPr>
              <a:t>C++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Rectangles 7"/>
          <p:cNvSpPr/>
          <p:nvPr/>
        </p:nvSpPr>
        <p:spPr>
          <a:xfrm>
            <a:off x="10980000" y="1619640"/>
            <a:ext cx="828000" cy="4572360"/>
          </a:xfrm>
          <a:prstGeom prst="rect">
            <a:avLst/>
          </a:prstGeom>
          <a:solidFill>
            <a:srgbClr val="5b9bd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工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具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链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s 19"/>
          <p:cNvSpPr/>
          <p:nvPr/>
        </p:nvSpPr>
        <p:spPr>
          <a:xfrm>
            <a:off x="4198680" y="1620000"/>
            <a:ext cx="3794040" cy="3308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处理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广义计算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=SDK+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调度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s 20"/>
          <p:cNvSpPr/>
          <p:nvPr/>
        </p:nvSpPr>
        <p:spPr>
          <a:xfrm>
            <a:off x="329040" y="4928760"/>
            <a:ext cx="11494080" cy="1245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2" name="Rectangles 21"/>
          <p:cNvSpPr/>
          <p:nvPr/>
        </p:nvSpPr>
        <p:spPr>
          <a:xfrm>
            <a:off x="650880" y="5067720"/>
            <a:ext cx="10851480" cy="11098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计算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328200" y="170280"/>
            <a:ext cx="7834680" cy="5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宿主虚拟机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Rectangles 22"/>
          <p:cNvSpPr/>
          <p:nvPr/>
        </p:nvSpPr>
        <p:spPr>
          <a:xfrm>
            <a:off x="329400" y="900000"/>
            <a:ext cx="11493360" cy="719640"/>
          </a:xfrm>
          <a:prstGeom prst="rect">
            <a:avLst/>
          </a:prstGeom>
          <a:solidFill>
            <a:srgbClr val="999999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（用户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态接口）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Rectangles 24"/>
          <p:cNvSpPr/>
          <p:nvPr/>
        </p:nvSpPr>
        <p:spPr>
          <a:xfrm>
            <a:off x="329040" y="6174720"/>
            <a:ext cx="11494080" cy="49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（汇编语言）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ectangles 27"/>
          <p:cNvSpPr/>
          <p:nvPr/>
        </p:nvSpPr>
        <p:spPr>
          <a:xfrm>
            <a:off x="576000" y="972000"/>
            <a:ext cx="2411640" cy="56628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内核系统调用            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           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ectangles 183"/>
          <p:cNvSpPr/>
          <p:nvPr/>
        </p:nvSpPr>
        <p:spPr>
          <a:xfrm>
            <a:off x="3204000" y="970200"/>
            <a:ext cx="1727280" cy="57744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内核文件系统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ectangles 184"/>
          <p:cNvSpPr/>
          <p:nvPr/>
        </p:nvSpPr>
        <p:spPr>
          <a:xfrm>
            <a:off x="2023200" y="969120"/>
            <a:ext cx="964440" cy="215640"/>
          </a:xfrm>
          <a:prstGeom prst="rect">
            <a:avLst/>
          </a:prstGeom>
          <a:solidFill>
            <a:srgbClr val="cccccc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000000"/>
                </a:solidFill>
                <a:latin typeface="Arial"/>
              </a:rPr>
              <a:t>VDSO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ectangles 185"/>
          <p:cNvSpPr/>
          <p:nvPr/>
        </p:nvSpPr>
        <p:spPr>
          <a:xfrm>
            <a:off x="792000" y="5472000"/>
            <a:ext cx="6299640" cy="7023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（内核态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HAL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ectangles 186"/>
          <p:cNvSpPr/>
          <p:nvPr/>
        </p:nvSpPr>
        <p:spPr>
          <a:xfrm>
            <a:off x="4220280" y="4876200"/>
            <a:ext cx="3772440" cy="75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320" bIns="3132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1" name="Rectangles 187"/>
          <p:cNvSpPr/>
          <p:nvPr/>
        </p:nvSpPr>
        <p:spPr>
          <a:xfrm>
            <a:off x="4345920" y="3060000"/>
            <a:ext cx="3467520" cy="18514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Rectangles 188"/>
          <p:cNvSpPr/>
          <p:nvPr/>
        </p:nvSpPr>
        <p:spPr>
          <a:xfrm>
            <a:off x="4345920" y="1620000"/>
            <a:ext cx="3467520" cy="5396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SDK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Rectangles 189"/>
          <p:cNvSpPr/>
          <p:nvPr/>
        </p:nvSpPr>
        <p:spPr>
          <a:xfrm>
            <a:off x="522000" y="2256120"/>
            <a:ext cx="3219840" cy="2410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存储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ectangles 190"/>
          <p:cNvSpPr/>
          <p:nvPr/>
        </p:nvSpPr>
        <p:spPr>
          <a:xfrm>
            <a:off x="8362800" y="2255400"/>
            <a:ext cx="3247200" cy="242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传输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Rectangles 191"/>
          <p:cNvSpPr/>
          <p:nvPr/>
        </p:nvSpPr>
        <p:spPr>
          <a:xfrm>
            <a:off x="7200000" y="970200"/>
            <a:ext cx="2339640" cy="57744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根文件系统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ectangles 192"/>
          <p:cNvSpPr/>
          <p:nvPr/>
        </p:nvSpPr>
        <p:spPr>
          <a:xfrm>
            <a:off x="9792000" y="970200"/>
            <a:ext cx="1727280" cy="57744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1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号进程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s 34"/>
          <p:cNvSpPr/>
          <p:nvPr/>
        </p:nvSpPr>
        <p:spPr>
          <a:xfrm>
            <a:off x="4198680" y="1620000"/>
            <a:ext cx="3794040" cy="3308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处理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广义计算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=SDK+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调度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ectangles 35"/>
          <p:cNvSpPr/>
          <p:nvPr/>
        </p:nvSpPr>
        <p:spPr>
          <a:xfrm>
            <a:off x="329040" y="4928760"/>
            <a:ext cx="11494080" cy="1245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9" name="Rectangles 36"/>
          <p:cNvSpPr/>
          <p:nvPr/>
        </p:nvSpPr>
        <p:spPr>
          <a:xfrm>
            <a:off x="650880" y="5067720"/>
            <a:ext cx="10851480" cy="11098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计算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328200" y="170280"/>
            <a:ext cx="7834680" cy="5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  <a:ea typeface="Noto Sans CJK SC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  <a:ea typeface="Noto Sans CJK SC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  <a:ea typeface="Noto Sans CJK SC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  <a:ea typeface="Noto Sans CJK SC"/>
              </a:rPr>
              <a:t>- 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宿主虚拟机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Rectangles 37"/>
          <p:cNvSpPr/>
          <p:nvPr/>
        </p:nvSpPr>
        <p:spPr>
          <a:xfrm>
            <a:off x="329400" y="900000"/>
            <a:ext cx="11493360" cy="719640"/>
          </a:xfrm>
          <a:prstGeom prst="rect">
            <a:avLst/>
          </a:prstGeom>
          <a:solidFill>
            <a:srgbClr val="999999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（用户态接口）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Rectangles 38"/>
          <p:cNvSpPr/>
          <p:nvPr/>
        </p:nvSpPr>
        <p:spPr>
          <a:xfrm>
            <a:off x="329040" y="6174720"/>
            <a:ext cx="11494080" cy="49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（汇编语言）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ectangles 39"/>
          <p:cNvSpPr/>
          <p:nvPr/>
        </p:nvSpPr>
        <p:spPr>
          <a:xfrm>
            <a:off x="576000" y="972000"/>
            <a:ext cx="2411640" cy="56628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内核系统调用            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           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ectangles 170"/>
          <p:cNvSpPr/>
          <p:nvPr/>
        </p:nvSpPr>
        <p:spPr>
          <a:xfrm>
            <a:off x="3204000" y="970200"/>
            <a:ext cx="1727280" cy="57744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内核文件系统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ectangles 171"/>
          <p:cNvSpPr/>
          <p:nvPr/>
        </p:nvSpPr>
        <p:spPr>
          <a:xfrm>
            <a:off x="2023200" y="969120"/>
            <a:ext cx="964440" cy="215640"/>
          </a:xfrm>
          <a:prstGeom prst="rect">
            <a:avLst/>
          </a:prstGeom>
          <a:solidFill>
            <a:srgbClr val="cccccc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000000"/>
                </a:solidFill>
                <a:latin typeface="Arial"/>
              </a:rPr>
              <a:t>VDSO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ectangles 172"/>
          <p:cNvSpPr/>
          <p:nvPr/>
        </p:nvSpPr>
        <p:spPr>
          <a:xfrm>
            <a:off x="792000" y="5472000"/>
            <a:ext cx="6299640" cy="7023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（内核态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HAL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ectangles 173"/>
          <p:cNvSpPr/>
          <p:nvPr/>
        </p:nvSpPr>
        <p:spPr>
          <a:xfrm>
            <a:off x="1110600" y="5580000"/>
            <a:ext cx="1374840" cy="4899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架构封装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arch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ectangles 174"/>
          <p:cNvSpPr/>
          <p:nvPr/>
        </p:nvSpPr>
        <p:spPr>
          <a:xfrm>
            <a:off x="5286600" y="5580000"/>
            <a:ext cx="1445040" cy="4899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驱动固件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drivers/firmware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ctangles 175"/>
          <p:cNvSpPr/>
          <p:nvPr/>
        </p:nvSpPr>
        <p:spPr>
          <a:xfrm>
            <a:off x="7266600" y="5580000"/>
            <a:ext cx="4073040" cy="4899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软件扩展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lib/rust/certs/crypto/security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ectangles 176"/>
          <p:cNvSpPr/>
          <p:nvPr/>
        </p:nvSpPr>
        <p:spPr>
          <a:xfrm>
            <a:off x="4220280" y="4876200"/>
            <a:ext cx="3772440" cy="75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1" name="Rectangles 177"/>
          <p:cNvSpPr/>
          <p:nvPr/>
        </p:nvSpPr>
        <p:spPr>
          <a:xfrm>
            <a:off x="4345920" y="3060000"/>
            <a:ext cx="3467520" cy="18514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Rectangles 178"/>
          <p:cNvSpPr/>
          <p:nvPr/>
        </p:nvSpPr>
        <p:spPr>
          <a:xfrm>
            <a:off x="4345920" y="1620000"/>
            <a:ext cx="3467520" cy="5396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SDK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Rectangles 179"/>
          <p:cNvSpPr/>
          <p:nvPr/>
        </p:nvSpPr>
        <p:spPr>
          <a:xfrm>
            <a:off x="522000" y="2256120"/>
            <a:ext cx="3219840" cy="2410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存储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Rectangles 180"/>
          <p:cNvSpPr/>
          <p:nvPr/>
        </p:nvSpPr>
        <p:spPr>
          <a:xfrm>
            <a:off x="8362800" y="2255400"/>
            <a:ext cx="3247200" cy="242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传输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Rectangles 181"/>
          <p:cNvSpPr/>
          <p:nvPr/>
        </p:nvSpPr>
        <p:spPr>
          <a:xfrm>
            <a:off x="7200000" y="970200"/>
            <a:ext cx="2339640" cy="57744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根文件系统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ectangles 182"/>
          <p:cNvSpPr/>
          <p:nvPr/>
        </p:nvSpPr>
        <p:spPr>
          <a:xfrm>
            <a:off x="9792000" y="970200"/>
            <a:ext cx="1727280" cy="57744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1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号进程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s 40"/>
          <p:cNvSpPr/>
          <p:nvPr/>
        </p:nvSpPr>
        <p:spPr>
          <a:xfrm>
            <a:off x="4198680" y="1620000"/>
            <a:ext cx="3794040" cy="3308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处理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广义计算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=SDK+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调度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ectangles 41"/>
          <p:cNvSpPr/>
          <p:nvPr/>
        </p:nvSpPr>
        <p:spPr>
          <a:xfrm>
            <a:off x="329040" y="4928760"/>
            <a:ext cx="11494080" cy="1245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9" name="Rectangles 42"/>
          <p:cNvSpPr/>
          <p:nvPr/>
        </p:nvSpPr>
        <p:spPr>
          <a:xfrm>
            <a:off x="650880" y="5067720"/>
            <a:ext cx="10851480" cy="11098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计算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328200" y="170280"/>
            <a:ext cx="7834680" cy="5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  <a:ea typeface="Noto Sans CJK SC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  <a:ea typeface="Noto Sans CJK SC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  <a:ea typeface="Noto Sans CJK SC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  <a:ea typeface="Noto Sans CJK SC"/>
              </a:rPr>
              <a:t>- 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  <a:ea typeface="Noto Sans CJK SC"/>
              </a:rPr>
              <a:t>宿主虚拟机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Rectangles 43"/>
          <p:cNvSpPr/>
          <p:nvPr/>
        </p:nvSpPr>
        <p:spPr>
          <a:xfrm>
            <a:off x="329400" y="900000"/>
            <a:ext cx="11493360" cy="719640"/>
          </a:xfrm>
          <a:prstGeom prst="rect">
            <a:avLst/>
          </a:prstGeom>
          <a:solidFill>
            <a:srgbClr val="999999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（用户态接口）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Rectangles 152"/>
          <p:cNvSpPr/>
          <p:nvPr/>
        </p:nvSpPr>
        <p:spPr>
          <a:xfrm>
            <a:off x="329040" y="6174720"/>
            <a:ext cx="11494080" cy="49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（汇编语言）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ectangles 153"/>
          <p:cNvSpPr/>
          <p:nvPr/>
        </p:nvSpPr>
        <p:spPr>
          <a:xfrm>
            <a:off x="576000" y="972000"/>
            <a:ext cx="2411640" cy="56628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内核系统调用            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           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ectangles 154"/>
          <p:cNvSpPr/>
          <p:nvPr/>
        </p:nvSpPr>
        <p:spPr>
          <a:xfrm>
            <a:off x="3204000" y="970200"/>
            <a:ext cx="1727280" cy="57744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内核文件系统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ectangles 155"/>
          <p:cNvSpPr/>
          <p:nvPr/>
        </p:nvSpPr>
        <p:spPr>
          <a:xfrm>
            <a:off x="2023200" y="969120"/>
            <a:ext cx="964440" cy="215640"/>
          </a:xfrm>
          <a:prstGeom prst="rect">
            <a:avLst/>
          </a:prstGeom>
          <a:solidFill>
            <a:srgbClr val="cccccc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000000"/>
                </a:solidFill>
                <a:latin typeface="Arial"/>
              </a:rPr>
              <a:t>VDSO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ectangles 156"/>
          <p:cNvSpPr/>
          <p:nvPr/>
        </p:nvSpPr>
        <p:spPr>
          <a:xfrm>
            <a:off x="792000" y="5472000"/>
            <a:ext cx="6299640" cy="7023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（内核态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HAL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ectangles 157"/>
          <p:cNvSpPr/>
          <p:nvPr/>
        </p:nvSpPr>
        <p:spPr>
          <a:xfrm>
            <a:off x="1110600" y="5580000"/>
            <a:ext cx="1374840" cy="4899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架构封装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arch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ectangles 158"/>
          <p:cNvSpPr/>
          <p:nvPr/>
        </p:nvSpPr>
        <p:spPr>
          <a:xfrm>
            <a:off x="5286600" y="5580000"/>
            <a:ext cx="1445040" cy="4899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驱动固件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drivers/firmware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ectangles 159"/>
          <p:cNvSpPr/>
          <p:nvPr/>
        </p:nvSpPr>
        <p:spPr>
          <a:xfrm>
            <a:off x="7266600" y="5580000"/>
            <a:ext cx="4073040" cy="4899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软件扩展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lib/rust/certs/crypto/security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Rectangles 160"/>
          <p:cNvSpPr/>
          <p:nvPr/>
        </p:nvSpPr>
        <p:spPr>
          <a:xfrm>
            <a:off x="4220280" y="4876200"/>
            <a:ext cx="3772440" cy="75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1" name="Rectangles 161"/>
          <p:cNvSpPr/>
          <p:nvPr/>
        </p:nvSpPr>
        <p:spPr>
          <a:xfrm>
            <a:off x="4345920" y="3060000"/>
            <a:ext cx="3467520" cy="18514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Rectangles 162"/>
          <p:cNvSpPr/>
          <p:nvPr/>
        </p:nvSpPr>
        <p:spPr>
          <a:xfrm>
            <a:off x="4345920" y="1620000"/>
            <a:ext cx="3467520" cy="5396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SDK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Rectangles 163"/>
          <p:cNvSpPr/>
          <p:nvPr/>
        </p:nvSpPr>
        <p:spPr>
          <a:xfrm>
            <a:off x="522000" y="2256120"/>
            <a:ext cx="3219840" cy="2410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存储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Rectangles 164"/>
          <p:cNvSpPr/>
          <p:nvPr/>
        </p:nvSpPr>
        <p:spPr>
          <a:xfrm>
            <a:off x="8362800" y="2255400"/>
            <a:ext cx="3247200" cy="242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传输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Rectangles 165"/>
          <p:cNvSpPr/>
          <p:nvPr/>
        </p:nvSpPr>
        <p:spPr>
          <a:xfrm>
            <a:off x="7200000" y="970200"/>
            <a:ext cx="2339640" cy="57744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根文件系统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ectangles 166"/>
          <p:cNvSpPr/>
          <p:nvPr/>
        </p:nvSpPr>
        <p:spPr>
          <a:xfrm>
            <a:off x="9792000" y="970200"/>
            <a:ext cx="1727280" cy="57744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1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号进程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ectangles 167"/>
          <p:cNvSpPr/>
          <p:nvPr/>
        </p:nvSpPr>
        <p:spPr>
          <a:xfrm>
            <a:off x="930600" y="4068000"/>
            <a:ext cx="2417040" cy="359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内存管理：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ectangles 168"/>
          <p:cNvSpPr/>
          <p:nvPr/>
        </p:nvSpPr>
        <p:spPr>
          <a:xfrm>
            <a:off x="930600" y="3564000"/>
            <a:ext cx="2417040" cy="359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块设备：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block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ectangles 169"/>
          <p:cNvSpPr/>
          <p:nvPr/>
        </p:nvSpPr>
        <p:spPr>
          <a:xfrm>
            <a:off x="930600" y="3060000"/>
            <a:ext cx="2417040" cy="359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        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文件系统：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fs</a:t>
            </a:r>
            <a:r>
              <a:rPr b="1" lang="en-US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(</a:t>
            </a:r>
            <a:r>
              <a:rPr b="1" lang="zh-CN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主体</a:t>
            </a:r>
            <a:r>
              <a:rPr b="1" lang="en-US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s 50"/>
          <p:cNvSpPr/>
          <p:nvPr/>
        </p:nvSpPr>
        <p:spPr>
          <a:xfrm>
            <a:off x="4198680" y="1620000"/>
            <a:ext cx="3794040" cy="3308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处理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广义计算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=SDK+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调度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ectangles 51"/>
          <p:cNvSpPr/>
          <p:nvPr/>
        </p:nvSpPr>
        <p:spPr>
          <a:xfrm>
            <a:off x="329040" y="4928760"/>
            <a:ext cx="11494080" cy="1245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2" name="Rectangles 52"/>
          <p:cNvSpPr/>
          <p:nvPr/>
        </p:nvSpPr>
        <p:spPr>
          <a:xfrm>
            <a:off x="650880" y="5067720"/>
            <a:ext cx="10851480" cy="11098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计算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3328200" y="170280"/>
            <a:ext cx="7834680" cy="5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  <a:ea typeface="Noto Sans CJK SC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  <a:ea typeface="Noto Sans CJK SC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  <a:ea typeface="Noto Sans CJK SC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  <a:ea typeface="Noto Sans CJK SC"/>
              </a:rPr>
              <a:t>- 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宿主虚拟机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Rectangles 53"/>
          <p:cNvSpPr/>
          <p:nvPr/>
        </p:nvSpPr>
        <p:spPr>
          <a:xfrm>
            <a:off x="329400" y="900000"/>
            <a:ext cx="11493360" cy="719640"/>
          </a:xfrm>
          <a:prstGeom prst="rect">
            <a:avLst/>
          </a:prstGeom>
          <a:solidFill>
            <a:srgbClr val="999999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（用户态接口）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Rectangles 82"/>
          <p:cNvSpPr/>
          <p:nvPr/>
        </p:nvSpPr>
        <p:spPr>
          <a:xfrm>
            <a:off x="329040" y="6174720"/>
            <a:ext cx="11494080" cy="49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（汇编语言）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ectangles 130"/>
          <p:cNvSpPr/>
          <p:nvPr/>
        </p:nvSpPr>
        <p:spPr>
          <a:xfrm>
            <a:off x="576000" y="972000"/>
            <a:ext cx="2411640" cy="56628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内核系统调用            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           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ectangles 131"/>
          <p:cNvSpPr/>
          <p:nvPr/>
        </p:nvSpPr>
        <p:spPr>
          <a:xfrm>
            <a:off x="3204000" y="970200"/>
            <a:ext cx="1727280" cy="57744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内核文件系统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ectangles 132"/>
          <p:cNvSpPr/>
          <p:nvPr/>
        </p:nvSpPr>
        <p:spPr>
          <a:xfrm>
            <a:off x="2023200" y="969120"/>
            <a:ext cx="964440" cy="215640"/>
          </a:xfrm>
          <a:prstGeom prst="rect">
            <a:avLst/>
          </a:prstGeom>
          <a:solidFill>
            <a:srgbClr val="cccccc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000000"/>
                </a:solidFill>
                <a:latin typeface="Arial"/>
              </a:rPr>
              <a:t>VDSO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ectangles 133"/>
          <p:cNvSpPr/>
          <p:nvPr/>
        </p:nvSpPr>
        <p:spPr>
          <a:xfrm>
            <a:off x="792000" y="5472000"/>
            <a:ext cx="6299640" cy="7023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（内核态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HAL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ectangles 134"/>
          <p:cNvSpPr/>
          <p:nvPr/>
        </p:nvSpPr>
        <p:spPr>
          <a:xfrm>
            <a:off x="1110600" y="5580000"/>
            <a:ext cx="1374840" cy="4899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架构封装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arch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Rectangles 135"/>
          <p:cNvSpPr/>
          <p:nvPr/>
        </p:nvSpPr>
        <p:spPr>
          <a:xfrm>
            <a:off x="5286600" y="5580000"/>
            <a:ext cx="1445040" cy="4899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驱动固件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drivers/firmware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ectangles 136"/>
          <p:cNvSpPr/>
          <p:nvPr/>
        </p:nvSpPr>
        <p:spPr>
          <a:xfrm>
            <a:off x="7266600" y="5580000"/>
            <a:ext cx="4073040" cy="4899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软件扩展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lib/rust/certs/crypto/security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ectangles 137"/>
          <p:cNvSpPr/>
          <p:nvPr/>
        </p:nvSpPr>
        <p:spPr>
          <a:xfrm>
            <a:off x="4220280" y="4876200"/>
            <a:ext cx="3772440" cy="75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4" name="Rectangles 138"/>
          <p:cNvSpPr/>
          <p:nvPr/>
        </p:nvSpPr>
        <p:spPr>
          <a:xfrm>
            <a:off x="4345920" y="3060000"/>
            <a:ext cx="3467520" cy="18514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Rectangles 139"/>
          <p:cNvSpPr/>
          <p:nvPr/>
        </p:nvSpPr>
        <p:spPr>
          <a:xfrm>
            <a:off x="4345920" y="1620000"/>
            <a:ext cx="3467520" cy="5396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SDK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Rectangles 140"/>
          <p:cNvSpPr/>
          <p:nvPr/>
        </p:nvSpPr>
        <p:spPr>
          <a:xfrm>
            <a:off x="522000" y="2256120"/>
            <a:ext cx="3219840" cy="2410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存储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Rectangles 141"/>
          <p:cNvSpPr/>
          <p:nvPr/>
        </p:nvSpPr>
        <p:spPr>
          <a:xfrm>
            <a:off x="8362800" y="2255400"/>
            <a:ext cx="3247200" cy="242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传输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Rectangles 142"/>
          <p:cNvSpPr/>
          <p:nvPr/>
        </p:nvSpPr>
        <p:spPr>
          <a:xfrm>
            <a:off x="7200000" y="970200"/>
            <a:ext cx="2339640" cy="57744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根文件系统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ectangles 143"/>
          <p:cNvSpPr/>
          <p:nvPr/>
        </p:nvSpPr>
        <p:spPr>
          <a:xfrm>
            <a:off x="9792000" y="970200"/>
            <a:ext cx="1727280" cy="57744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1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号进程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ectangles 144"/>
          <p:cNvSpPr/>
          <p:nvPr/>
        </p:nvSpPr>
        <p:spPr>
          <a:xfrm>
            <a:off x="8814600" y="4068000"/>
            <a:ext cx="2417040" cy="359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基础设施：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net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，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ipc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，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sound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Rectangles 145"/>
          <p:cNvSpPr/>
          <p:nvPr/>
        </p:nvSpPr>
        <p:spPr>
          <a:xfrm>
            <a:off x="8814600" y="3564000"/>
            <a:ext cx="2417040" cy="359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扩展能力：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virt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，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io_uring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Rectangles 146"/>
          <p:cNvSpPr/>
          <p:nvPr/>
        </p:nvSpPr>
        <p:spPr>
          <a:xfrm>
            <a:off x="8814600" y="3060000"/>
            <a:ext cx="2417040" cy="359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可选封装：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fs</a:t>
            </a:r>
            <a:r>
              <a:rPr b="1" lang="en-US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(</a:t>
            </a:r>
            <a:r>
              <a:rPr b="1" lang="zh-CN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适配</a:t>
            </a:r>
            <a:r>
              <a:rPr b="1" lang="en-US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ectangles 149"/>
          <p:cNvSpPr/>
          <p:nvPr/>
        </p:nvSpPr>
        <p:spPr>
          <a:xfrm>
            <a:off x="930600" y="4068000"/>
            <a:ext cx="2417040" cy="359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内存管理：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ectangles 150"/>
          <p:cNvSpPr/>
          <p:nvPr/>
        </p:nvSpPr>
        <p:spPr>
          <a:xfrm>
            <a:off x="930600" y="3564000"/>
            <a:ext cx="2417040" cy="359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块设备：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block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Rectangles 151"/>
          <p:cNvSpPr/>
          <p:nvPr/>
        </p:nvSpPr>
        <p:spPr>
          <a:xfrm>
            <a:off x="930600" y="3060000"/>
            <a:ext cx="2417040" cy="359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        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文件系统：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fs</a:t>
            </a:r>
            <a:r>
              <a:rPr b="1" lang="en-US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(</a:t>
            </a:r>
            <a:r>
              <a:rPr b="1" lang="zh-CN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主体</a:t>
            </a:r>
            <a:r>
              <a:rPr b="1" lang="en-US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s 54"/>
          <p:cNvSpPr/>
          <p:nvPr/>
        </p:nvSpPr>
        <p:spPr>
          <a:xfrm>
            <a:off x="4198680" y="1620000"/>
            <a:ext cx="3794040" cy="3308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处理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广义计算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=SDK+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调度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Rectangles 55"/>
          <p:cNvSpPr/>
          <p:nvPr/>
        </p:nvSpPr>
        <p:spPr>
          <a:xfrm>
            <a:off x="329040" y="4928760"/>
            <a:ext cx="11494080" cy="1245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8" name="Rectangles 56"/>
          <p:cNvSpPr/>
          <p:nvPr/>
        </p:nvSpPr>
        <p:spPr>
          <a:xfrm>
            <a:off x="650880" y="5067720"/>
            <a:ext cx="10851480" cy="11098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计算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3328200" y="170280"/>
            <a:ext cx="7834680" cy="5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  <a:ea typeface="Noto Sans CJK SC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  <a:ea typeface="Noto Sans CJK SC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  <a:ea typeface="Noto Sans CJK SC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  <a:ea typeface="Noto Sans CJK SC"/>
              </a:rPr>
              <a:t>- 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宿主虚拟机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Rectangles 57"/>
          <p:cNvSpPr/>
          <p:nvPr/>
        </p:nvSpPr>
        <p:spPr>
          <a:xfrm>
            <a:off x="329400" y="900000"/>
            <a:ext cx="11493360" cy="719640"/>
          </a:xfrm>
          <a:prstGeom prst="rect">
            <a:avLst/>
          </a:prstGeom>
          <a:solidFill>
            <a:srgbClr val="999999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（用户态接口）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Rectangles 58"/>
          <p:cNvSpPr/>
          <p:nvPr/>
        </p:nvSpPr>
        <p:spPr>
          <a:xfrm>
            <a:off x="329040" y="6174720"/>
            <a:ext cx="11494080" cy="49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（汇编语言）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Rectangles 59"/>
          <p:cNvSpPr/>
          <p:nvPr/>
        </p:nvSpPr>
        <p:spPr>
          <a:xfrm>
            <a:off x="576000" y="972000"/>
            <a:ext cx="2411640" cy="56628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内核系统调用            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           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ectangles 60"/>
          <p:cNvSpPr/>
          <p:nvPr/>
        </p:nvSpPr>
        <p:spPr>
          <a:xfrm>
            <a:off x="3204000" y="970200"/>
            <a:ext cx="1727280" cy="57744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内核文件系统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ectangles 61"/>
          <p:cNvSpPr/>
          <p:nvPr/>
        </p:nvSpPr>
        <p:spPr>
          <a:xfrm>
            <a:off x="2023200" y="969120"/>
            <a:ext cx="964440" cy="215640"/>
          </a:xfrm>
          <a:prstGeom prst="rect">
            <a:avLst/>
          </a:prstGeom>
          <a:solidFill>
            <a:srgbClr val="cccccc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000000"/>
                </a:solidFill>
                <a:latin typeface="Arial"/>
              </a:rPr>
              <a:t>VDSO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ectangles 62"/>
          <p:cNvSpPr/>
          <p:nvPr/>
        </p:nvSpPr>
        <p:spPr>
          <a:xfrm>
            <a:off x="792000" y="5472000"/>
            <a:ext cx="6299640" cy="7023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（内核态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HAL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Rectangles 63"/>
          <p:cNvSpPr/>
          <p:nvPr/>
        </p:nvSpPr>
        <p:spPr>
          <a:xfrm>
            <a:off x="1110600" y="5580000"/>
            <a:ext cx="1374840" cy="4899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架构封装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arch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ectangles 64"/>
          <p:cNvSpPr/>
          <p:nvPr/>
        </p:nvSpPr>
        <p:spPr>
          <a:xfrm>
            <a:off x="5286600" y="5580000"/>
            <a:ext cx="1445040" cy="4899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驱动固件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drivers/firmware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Rectangles 65"/>
          <p:cNvSpPr/>
          <p:nvPr/>
        </p:nvSpPr>
        <p:spPr>
          <a:xfrm>
            <a:off x="7266600" y="5580000"/>
            <a:ext cx="4073040" cy="4899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软件扩展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lib/rust/certs/crypto/security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ectangles 66"/>
          <p:cNvSpPr/>
          <p:nvPr/>
        </p:nvSpPr>
        <p:spPr>
          <a:xfrm>
            <a:off x="4220280" y="4876200"/>
            <a:ext cx="3772440" cy="75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0" name="Rectangles 67"/>
          <p:cNvSpPr/>
          <p:nvPr/>
        </p:nvSpPr>
        <p:spPr>
          <a:xfrm>
            <a:off x="4345920" y="3060000"/>
            <a:ext cx="3467520" cy="18514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Rectangles 68"/>
          <p:cNvSpPr/>
          <p:nvPr/>
        </p:nvSpPr>
        <p:spPr>
          <a:xfrm>
            <a:off x="4345920" y="1620000"/>
            <a:ext cx="3467520" cy="5396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SDK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Rectangles 69"/>
          <p:cNvSpPr/>
          <p:nvPr/>
        </p:nvSpPr>
        <p:spPr>
          <a:xfrm>
            <a:off x="522000" y="2256120"/>
            <a:ext cx="3219840" cy="2410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存储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Rectangles 70"/>
          <p:cNvSpPr/>
          <p:nvPr/>
        </p:nvSpPr>
        <p:spPr>
          <a:xfrm>
            <a:off x="8362800" y="2255400"/>
            <a:ext cx="3247200" cy="242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传输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Rectangles 71"/>
          <p:cNvSpPr/>
          <p:nvPr/>
        </p:nvSpPr>
        <p:spPr>
          <a:xfrm>
            <a:off x="7200000" y="970200"/>
            <a:ext cx="2339640" cy="57744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根文件系统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ectangles 72"/>
          <p:cNvSpPr/>
          <p:nvPr/>
        </p:nvSpPr>
        <p:spPr>
          <a:xfrm>
            <a:off x="9792000" y="970200"/>
            <a:ext cx="1727280" cy="577440"/>
          </a:xfrm>
          <a:prstGeom prst="rect">
            <a:avLst/>
          </a:prstGeom>
          <a:solidFill>
            <a:srgbClr val="b2b2b2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1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号进程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Rectangles 73"/>
          <p:cNvSpPr/>
          <p:nvPr/>
        </p:nvSpPr>
        <p:spPr>
          <a:xfrm>
            <a:off x="8814600" y="4068000"/>
            <a:ext cx="2417040" cy="359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基础设施：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net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，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ipc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，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sound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Rectangles 74"/>
          <p:cNvSpPr/>
          <p:nvPr/>
        </p:nvSpPr>
        <p:spPr>
          <a:xfrm>
            <a:off x="8814600" y="3564000"/>
            <a:ext cx="2417040" cy="359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扩展能力：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virt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，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io_uring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Rectangles 75"/>
          <p:cNvSpPr/>
          <p:nvPr/>
        </p:nvSpPr>
        <p:spPr>
          <a:xfrm>
            <a:off x="8814600" y="3060000"/>
            <a:ext cx="2417040" cy="359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可选封装：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fs</a:t>
            </a:r>
            <a:r>
              <a:rPr b="1" lang="en-US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(</a:t>
            </a:r>
            <a:r>
              <a:rPr b="1" lang="zh-CN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适配</a:t>
            </a:r>
            <a:r>
              <a:rPr b="1" lang="en-US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Rectangles 76"/>
          <p:cNvSpPr/>
          <p:nvPr/>
        </p:nvSpPr>
        <p:spPr>
          <a:xfrm>
            <a:off x="930600" y="4068000"/>
            <a:ext cx="2417040" cy="359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内存管理：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ectangles 77"/>
          <p:cNvSpPr/>
          <p:nvPr/>
        </p:nvSpPr>
        <p:spPr>
          <a:xfrm>
            <a:off x="930600" y="3564000"/>
            <a:ext cx="2417040" cy="359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块设备：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block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ectangles 78"/>
          <p:cNvSpPr/>
          <p:nvPr/>
        </p:nvSpPr>
        <p:spPr>
          <a:xfrm>
            <a:off x="930600" y="3060000"/>
            <a:ext cx="2417040" cy="359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        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文件系统：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fs</a:t>
            </a:r>
            <a:r>
              <a:rPr b="1" lang="en-US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(</a:t>
            </a:r>
            <a:r>
              <a:rPr b="1" lang="zh-CN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主体</a:t>
            </a:r>
            <a:r>
              <a:rPr b="1" lang="en-US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Rectangles 79"/>
          <p:cNvSpPr/>
          <p:nvPr/>
        </p:nvSpPr>
        <p:spPr>
          <a:xfrm>
            <a:off x="4890600" y="4464000"/>
            <a:ext cx="2417040" cy="359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引导运行：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init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ectangles 80"/>
          <p:cNvSpPr/>
          <p:nvPr/>
        </p:nvSpPr>
        <p:spPr>
          <a:xfrm>
            <a:off x="4890600" y="4032000"/>
            <a:ext cx="2417040" cy="359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建模转换：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kernel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Rectangles 81"/>
          <p:cNvSpPr/>
          <p:nvPr/>
        </p:nvSpPr>
        <p:spPr>
          <a:xfrm>
            <a:off x="4890600" y="3600000"/>
            <a:ext cx="2417040" cy="359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对上封装：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fs</a:t>
            </a:r>
            <a:r>
              <a:rPr b="1" lang="en-US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(vfs)</a:t>
            </a:r>
            <a:r>
              <a:rPr b="1" lang="zh-CN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，继承计算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649</TotalTime>
  <Application>LibreOffice/24.2.7.2$Linux_RISCV64 LibreOffice_project/420$Build-2</Application>
  <AppVersion>15.0000</AppVersion>
  <Words>2200</Words>
  <Paragraphs>506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2026-04-26T03:10:29Z</dcterms:created>
  <dc:creator/>
  <dc:description/>
  <dc:language>zh-CN</dc:language>
  <cp:lastModifiedBy/>
  <dcterms:modified xsi:type="dcterms:W3CDTF">2026-07-26T00:39:18Z</dcterms:modified>
  <cp:revision>682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  <property fmtid="{D5CDD505-2E9C-101B-9397-08002B2CF9AE}" pid="4" name="PresentationFormat">
    <vt:lpwstr>宽屏</vt:lpwstr>
  </property>
  <property fmtid="{D5CDD505-2E9C-101B-9397-08002B2CF9AE}" pid="5" name="Slides">
    <vt:i4>6</vt:i4>
  </property>
</Properties>
</file>