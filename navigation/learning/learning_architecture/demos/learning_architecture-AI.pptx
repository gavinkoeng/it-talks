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800498-60C1-49B0-81F7-BA7163DD07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7C3E3B-895C-43FF-8FF8-ACEB246462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D29A97-82F1-4BEF-8593-1F1FD83554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39CE28-7D15-441C-A54D-806F7E7EAF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036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5040" y="1825560"/>
            <a:ext cx="513036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175CAF1-3B48-4E56-BC6D-BBA11DD785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F52DB6F-8615-4E48-B0C3-88BA4A2D82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F83D597-C5DC-488B-A175-AA8B919789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70DC5C1-8669-44E6-9E3D-FA777953AB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C27BF21-AB0F-40D7-9B4E-7E4C0A9037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FF6D245-F170-4055-8235-0A64668698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F6EAD1D-86C9-4191-8A30-AA66FAA0271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E6B5CE6-F6A4-4AC8-8725-F9A23085F58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D3D1E73-1E94-4D4A-A561-B34E427BC4F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AC6282F-2DAF-4C6D-BDDF-7F5C8146989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3000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5040" y="1825560"/>
            <a:ext cx="513000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E9BDF31-7C8D-4708-A6E6-C652D8ADBE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970DA4-3A17-4A61-AF4E-EA81A7E8094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FEBE2A7-B175-4AAF-8053-6696D4B05FC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6088605-B5C1-4B1E-95F7-B7521DADE4D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2520" cy="139392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C048EB5-5874-4236-A028-56E0D59FBCE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EEAB4AA-472B-466C-BACA-90C9E89ED5F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s 6"/>
          <p:cNvSpPr/>
          <p:nvPr/>
        </p:nvSpPr>
        <p:spPr>
          <a:xfrm>
            <a:off x="4166280" y="1108440"/>
            <a:ext cx="3792240" cy="47566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人语写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  <a:ea typeface="Noto Sans CJK SC"/>
              </a:rPr>
              <a:t>AI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客户端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s 5"/>
          <p:cNvSpPr/>
          <p:nvPr/>
        </p:nvSpPr>
        <p:spPr>
          <a:xfrm>
            <a:off x="329400" y="646200"/>
            <a:ext cx="1149156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3"/>
          <p:cNvSpPr/>
          <p:nvPr/>
        </p:nvSpPr>
        <p:spPr>
          <a:xfrm>
            <a:off x="329040" y="6322320"/>
            <a:ext cx="11492280" cy="493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（计算机）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s 4"/>
          <p:cNvSpPr/>
          <p:nvPr/>
        </p:nvSpPr>
        <p:spPr>
          <a:xfrm>
            <a:off x="547200" y="1931400"/>
            <a:ext cx="3245400" cy="1812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交互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Rectangles 24"/>
          <p:cNvSpPr/>
          <p:nvPr/>
        </p:nvSpPr>
        <p:spPr>
          <a:xfrm>
            <a:off x="4313520" y="2736000"/>
            <a:ext cx="3465720" cy="1601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ectangles 8"/>
          <p:cNvSpPr/>
          <p:nvPr/>
        </p:nvSpPr>
        <p:spPr>
          <a:xfrm>
            <a:off x="4313520" y="1108440"/>
            <a:ext cx="3465360" cy="871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人类语言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s 10"/>
          <p:cNvSpPr/>
          <p:nvPr/>
        </p:nvSpPr>
        <p:spPr>
          <a:xfrm>
            <a:off x="1892880" y="4388760"/>
            <a:ext cx="8328600" cy="1931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Rectangles 13"/>
          <p:cNvSpPr/>
          <p:nvPr/>
        </p:nvSpPr>
        <p:spPr>
          <a:xfrm>
            <a:off x="2054160" y="4500000"/>
            <a:ext cx="7983360" cy="1819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Rectangles 14"/>
          <p:cNvSpPr/>
          <p:nvPr/>
        </p:nvSpPr>
        <p:spPr>
          <a:xfrm>
            <a:off x="7524000" y="5400000"/>
            <a:ext cx="975240" cy="826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宿主执行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信息读取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内容写入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ctangles 1"/>
          <p:cNvSpPr/>
          <p:nvPr/>
        </p:nvSpPr>
        <p:spPr>
          <a:xfrm>
            <a:off x="4177080" y="4352760"/>
            <a:ext cx="3781440" cy="10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Rectangles 2"/>
          <p:cNvSpPr/>
          <p:nvPr/>
        </p:nvSpPr>
        <p:spPr>
          <a:xfrm>
            <a:off x="3672000" y="5400000"/>
            <a:ext cx="975240" cy="826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云端对接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信息上传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结果下载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s 7"/>
          <p:cNvSpPr/>
          <p:nvPr/>
        </p:nvSpPr>
        <p:spPr>
          <a:xfrm>
            <a:off x="5580000" y="5400000"/>
            <a:ext cx="975240" cy="826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数据路由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纵向中转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横向中转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s 9"/>
          <p:cNvSpPr/>
          <p:nvPr/>
        </p:nvSpPr>
        <p:spPr>
          <a:xfrm>
            <a:off x="648000" y="2772000"/>
            <a:ext cx="975240" cy="611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人工输入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s 11"/>
          <p:cNvSpPr/>
          <p:nvPr/>
        </p:nvSpPr>
        <p:spPr>
          <a:xfrm>
            <a:off x="1692000" y="2772000"/>
            <a:ext cx="975240" cy="611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环境描述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s 12"/>
          <p:cNvSpPr/>
          <p:nvPr/>
        </p:nvSpPr>
        <p:spPr>
          <a:xfrm>
            <a:off x="2736000" y="2772000"/>
            <a:ext cx="975240" cy="611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机器输出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s 15"/>
          <p:cNvSpPr/>
          <p:nvPr/>
        </p:nvSpPr>
        <p:spPr>
          <a:xfrm>
            <a:off x="4788000" y="3564000"/>
            <a:ext cx="2487240" cy="395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交互循环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s 16"/>
          <p:cNvSpPr/>
          <p:nvPr/>
        </p:nvSpPr>
        <p:spPr>
          <a:xfrm>
            <a:off x="8323200" y="1931400"/>
            <a:ext cx="3245400" cy="1812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s 17"/>
          <p:cNvSpPr/>
          <p:nvPr/>
        </p:nvSpPr>
        <p:spPr>
          <a:xfrm>
            <a:off x="8424000" y="2772000"/>
            <a:ext cx="975240" cy="611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配置文件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s 18"/>
          <p:cNvSpPr/>
          <p:nvPr/>
        </p:nvSpPr>
        <p:spPr>
          <a:xfrm>
            <a:off x="9468000" y="2772000"/>
            <a:ext cx="975240" cy="611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位置管理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s 19"/>
          <p:cNvSpPr/>
          <p:nvPr/>
        </p:nvSpPr>
        <p:spPr>
          <a:xfrm>
            <a:off x="10512000" y="2772000"/>
            <a:ext cx="975240" cy="6116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对话保存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2026-07-21T09:12:39Z</dcterms:modified>
  <cp:revision>735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