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416" r:id="rId3"/>
    <p:sldId id="421" r:id="rId5"/>
    <p:sldId id="420" r:id="rId6"/>
    <p:sldId id="419" r:id="rId7"/>
    <p:sldId id="418" r:id="rId8"/>
    <p:sldId id="417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83"/>
        <p:guide pos="388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-Linux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内核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01700"/>
            <a:ext cx="1149413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                                                    </a:t>
            </a:r>
            <a:r>
              <a:rPr lang="zh-CN" altLang="en-US" b="1">
                <a:solidFill>
                  <a:schemeClr val="tx1"/>
                </a:solidFill>
              </a:rPr>
              <a:t>上层</a:t>
            </a:r>
            <a:r>
              <a:rPr lang="zh-CN" altLang="en-US" sz="1600" b="1">
                <a:solidFill>
                  <a:schemeClr val="tx1"/>
                </a:solidFill>
              </a:rPr>
              <a:t>（广义用户）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174740"/>
            <a:ext cx="11494770" cy="4965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                                                 </a:t>
            </a:r>
            <a:r>
              <a:rPr lang="zh-CN" altLang="en-US" b="1">
                <a:solidFill>
                  <a:schemeClr val="tx1"/>
                </a:solidFill>
              </a:rPr>
              <a:t>底层</a:t>
            </a:r>
            <a:r>
              <a:rPr lang="zh-CN" altLang="en-US" sz="1600" b="1">
                <a:solidFill>
                  <a:schemeClr val="tx1"/>
                </a:solidFill>
              </a:rPr>
              <a:t>（广义硬件）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930" y="2025650"/>
            <a:ext cx="1149477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198620" y="1396365"/>
            <a:ext cx="3794760" cy="4759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广义计算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=SDK+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调度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-Linux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内核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01700"/>
            <a:ext cx="1149413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                                                    </a:t>
            </a:r>
            <a:r>
              <a:rPr lang="zh-CN" altLang="en-US" b="1">
                <a:solidFill>
                  <a:schemeClr val="tx1"/>
                </a:solidFill>
              </a:rPr>
              <a:t>上层</a:t>
            </a:r>
            <a:r>
              <a:rPr lang="zh-CN" altLang="en-US" sz="1600" b="1">
                <a:solidFill>
                  <a:schemeClr val="tx1"/>
                </a:solidFill>
              </a:rPr>
              <a:t>（广义用户）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174740"/>
            <a:ext cx="11494770" cy="4965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                                                 </a:t>
            </a:r>
            <a:r>
              <a:rPr lang="zh-CN" altLang="en-US" b="1">
                <a:solidFill>
                  <a:schemeClr val="tx1"/>
                </a:solidFill>
              </a:rPr>
              <a:t>底层</a:t>
            </a:r>
            <a:r>
              <a:rPr lang="zh-CN" altLang="en-US" sz="1600" b="1">
                <a:solidFill>
                  <a:schemeClr val="tx1"/>
                </a:solidFill>
              </a:rPr>
              <a:t>（广义硬件）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521970" y="2256155"/>
            <a:ext cx="3220720" cy="2411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62950" y="2255520"/>
            <a:ext cx="3248025" cy="242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4345940" y="3784600"/>
            <a:ext cx="3468370" cy="1091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调度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框架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345940" y="1396365"/>
            <a:ext cx="3467735" cy="161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SDK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接口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22605" y="4928870"/>
            <a:ext cx="11089005" cy="12134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650875" y="5031740"/>
            <a:ext cx="1085215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198620" y="1396365"/>
            <a:ext cx="3794760" cy="4759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广义计算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=SDK+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调度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-Linux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内核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01700"/>
            <a:ext cx="1149413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                                                    </a:t>
            </a:r>
            <a:r>
              <a:rPr lang="zh-CN" altLang="en-US" b="1">
                <a:solidFill>
                  <a:schemeClr val="tx1"/>
                </a:solidFill>
              </a:rPr>
              <a:t>上层</a:t>
            </a:r>
            <a:r>
              <a:rPr lang="zh-CN" altLang="en-US" sz="1600" b="1">
                <a:solidFill>
                  <a:schemeClr val="tx1"/>
                </a:solidFill>
              </a:rPr>
              <a:t>（广义用户）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174740"/>
            <a:ext cx="11494770" cy="4965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                                                 </a:t>
            </a:r>
            <a:r>
              <a:rPr lang="zh-CN" altLang="en-US" b="1">
                <a:solidFill>
                  <a:schemeClr val="tx1"/>
                </a:solidFill>
              </a:rPr>
              <a:t>底层</a:t>
            </a:r>
            <a:r>
              <a:rPr lang="zh-CN" altLang="en-US" sz="1600" b="1">
                <a:solidFill>
                  <a:schemeClr val="tx1"/>
                </a:solidFill>
              </a:rPr>
              <a:t>（广义硬件）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521970" y="2256155"/>
            <a:ext cx="3220720" cy="2411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62950" y="2255520"/>
            <a:ext cx="3248025" cy="242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4345940" y="3784600"/>
            <a:ext cx="3468370" cy="1091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调度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框架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345940" y="1396365"/>
            <a:ext cx="3467735" cy="161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SDK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接口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22605" y="4928870"/>
            <a:ext cx="11089005" cy="12134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650875" y="5031740"/>
            <a:ext cx="1085215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1" name="Rectangles 50"/>
          <p:cNvSpPr/>
          <p:nvPr/>
        </p:nvSpPr>
        <p:spPr>
          <a:xfrm>
            <a:off x="8790305" y="3620770"/>
            <a:ext cx="126746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net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8567420" y="4149725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ipc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3" name="Rectangles 52"/>
          <p:cNvSpPr/>
          <p:nvPr/>
        </p:nvSpPr>
        <p:spPr>
          <a:xfrm>
            <a:off x="9509125" y="4149725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virt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4" name="Rectangles 53"/>
          <p:cNvSpPr/>
          <p:nvPr/>
        </p:nvSpPr>
        <p:spPr>
          <a:xfrm>
            <a:off x="10352405" y="3631565"/>
            <a:ext cx="87058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sound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5" name="Rectangles 54"/>
          <p:cNvSpPr/>
          <p:nvPr/>
        </p:nvSpPr>
        <p:spPr>
          <a:xfrm>
            <a:off x="10471150" y="4157980"/>
            <a:ext cx="104330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io_uring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803910" y="418211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mm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1068070" y="3613785"/>
            <a:ext cx="216535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fs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2736850" y="413893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block</a:t>
            </a:r>
            <a:endParaRPr lang="en-US" altLang="zh-CN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198620" y="1396365"/>
            <a:ext cx="3794760" cy="4759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广义计算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=SDK+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调度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-Linux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内核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01700"/>
            <a:ext cx="1149413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                                                    </a:t>
            </a:r>
            <a:r>
              <a:rPr lang="zh-CN" altLang="en-US" b="1">
                <a:solidFill>
                  <a:schemeClr val="tx1"/>
                </a:solidFill>
              </a:rPr>
              <a:t>上层</a:t>
            </a:r>
            <a:r>
              <a:rPr lang="zh-CN" altLang="en-US" sz="1600" b="1">
                <a:solidFill>
                  <a:schemeClr val="tx1"/>
                </a:solidFill>
              </a:rPr>
              <a:t>（广义用户）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174740"/>
            <a:ext cx="11494770" cy="4965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                                                 </a:t>
            </a:r>
            <a:r>
              <a:rPr lang="zh-CN" altLang="en-US" b="1">
                <a:solidFill>
                  <a:schemeClr val="tx1"/>
                </a:solidFill>
              </a:rPr>
              <a:t>底层</a:t>
            </a:r>
            <a:r>
              <a:rPr lang="zh-CN" altLang="en-US" sz="1600" b="1">
                <a:solidFill>
                  <a:schemeClr val="tx1"/>
                </a:solidFill>
              </a:rPr>
              <a:t>（广义硬件）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521970" y="2256155"/>
            <a:ext cx="3220720" cy="2411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62950" y="2255520"/>
            <a:ext cx="3248025" cy="242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4345940" y="3784600"/>
            <a:ext cx="3468370" cy="1091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调度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框架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345940" y="1396365"/>
            <a:ext cx="3467735" cy="161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SDK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接口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22605" y="4928870"/>
            <a:ext cx="11089005" cy="12134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220210" y="4876165"/>
            <a:ext cx="3773170" cy="76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650875" y="5031740"/>
            <a:ext cx="1085215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1" name="Rectangles 50"/>
          <p:cNvSpPr/>
          <p:nvPr/>
        </p:nvSpPr>
        <p:spPr>
          <a:xfrm>
            <a:off x="8790305" y="3620770"/>
            <a:ext cx="126746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net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8567420" y="4149725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ipc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3" name="Rectangles 52"/>
          <p:cNvSpPr/>
          <p:nvPr/>
        </p:nvSpPr>
        <p:spPr>
          <a:xfrm>
            <a:off x="9509125" y="4149725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virt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4" name="Rectangles 53"/>
          <p:cNvSpPr/>
          <p:nvPr/>
        </p:nvSpPr>
        <p:spPr>
          <a:xfrm>
            <a:off x="10352405" y="3631565"/>
            <a:ext cx="87058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sound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5" name="Rectangles 54"/>
          <p:cNvSpPr/>
          <p:nvPr/>
        </p:nvSpPr>
        <p:spPr>
          <a:xfrm>
            <a:off x="10471150" y="4157980"/>
            <a:ext cx="104330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io_uring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803910" y="418211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mm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1068070" y="3613785"/>
            <a:ext cx="216535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fs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2736850" y="413893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block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4613275" y="437388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init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0" name="Rectangles 59"/>
          <p:cNvSpPr/>
          <p:nvPr/>
        </p:nvSpPr>
        <p:spPr>
          <a:xfrm>
            <a:off x="6636385" y="4371975"/>
            <a:ext cx="109220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kernel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1" name="Rectangles 60"/>
          <p:cNvSpPr/>
          <p:nvPr/>
        </p:nvSpPr>
        <p:spPr>
          <a:xfrm>
            <a:off x="1002665" y="5753735"/>
            <a:ext cx="137541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arch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2" name="Rectangles 61"/>
          <p:cNvSpPr/>
          <p:nvPr/>
        </p:nvSpPr>
        <p:spPr>
          <a:xfrm>
            <a:off x="2626360" y="5753735"/>
            <a:ext cx="33394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drivers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3" name="Rectangles 62"/>
          <p:cNvSpPr/>
          <p:nvPr/>
        </p:nvSpPr>
        <p:spPr>
          <a:xfrm>
            <a:off x="9885045" y="5023485"/>
            <a:ext cx="104330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security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4" name="Rectangles 63"/>
          <p:cNvSpPr/>
          <p:nvPr/>
        </p:nvSpPr>
        <p:spPr>
          <a:xfrm>
            <a:off x="4613275" y="521716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lib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5" name="Rectangles 64"/>
          <p:cNvSpPr/>
          <p:nvPr/>
        </p:nvSpPr>
        <p:spPr>
          <a:xfrm>
            <a:off x="6748780" y="5215255"/>
            <a:ext cx="84772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rust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6" name="Rectangles 65"/>
          <p:cNvSpPr/>
          <p:nvPr/>
        </p:nvSpPr>
        <p:spPr>
          <a:xfrm>
            <a:off x="7931785" y="5023485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certs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7" name="Rectangles 66"/>
          <p:cNvSpPr/>
          <p:nvPr/>
        </p:nvSpPr>
        <p:spPr>
          <a:xfrm>
            <a:off x="8870315" y="5017135"/>
            <a:ext cx="82677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crypto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3" name="Rectangles 72"/>
          <p:cNvSpPr/>
          <p:nvPr/>
        </p:nvSpPr>
        <p:spPr>
          <a:xfrm>
            <a:off x="2038985" y="6247130"/>
            <a:ext cx="1623695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CPU</a:t>
            </a:r>
            <a:r>
              <a:rPr lang="zh-CN" altLang="en-US" sz="1000" b="1">
                <a:solidFill>
                  <a:schemeClr val="tx1"/>
                </a:solidFill>
              </a:rPr>
              <a:t>端集成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4" name="Rectangles 73"/>
          <p:cNvSpPr/>
          <p:nvPr/>
        </p:nvSpPr>
        <p:spPr>
          <a:xfrm>
            <a:off x="4018915" y="6244590"/>
            <a:ext cx="852170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*PU</a:t>
            </a:r>
            <a:r>
              <a:rPr lang="zh-CN" altLang="en-US" sz="1000" b="1">
                <a:solidFill>
                  <a:schemeClr val="tx1"/>
                </a:solidFill>
              </a:rPr>
              <a:t>端处理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5" name="Rectangles 74"/>
          <p:cNvSpPr/>
          <p:nvPr/>
        </p:nvSpPr>
        <p:spPr>
          <a:xfrm>
            <a:off x="5300980" y="6242050"/>
            <a:ext cx="859155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各类总线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6" name="Rectangles 75"/>
          <p:cNvSpPr/>
          <p:nvPr/>
        </p:nvSpPr>
        <p:spPr>
          <a:xfrm>
            <a:off x="6496050" y="6243320"/>
            <a:ext cx="831215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各类设备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803910" y="6243320"/>
            <a:ext cx="852170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BIOS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4871085" y="5902325"/>
            <a:ext cx="840105" cy="2533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固件</a:t>
            </a:r>
            <a:endParaRPr lang="zh-CN" altLang="en-US" sz="1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198620" y="1396365"/>
            <a:ext cx="3794760" cy="4759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广义计算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=SDK+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调度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-Linux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内核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01700"/>
            <a:ext cx="1149413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                                                    </a:t>
            </a:r>
            <a:r>
              <a:rPr lang="zh-CN" altLang="en-US" b="1">
                <a:solidFill>
                  <a:schemeClr val="tx1"/>
                </a:solidFill>
              </a:rPr>
              <a:t>上层</a:t>
            </a:r>
            <a:r>
              <a:rPr lang="zh-CN" altLang="en-US" sz="1600" b="1">
                <a:solidFill>
                  <a:schemeClr val="tx1"/>
                </a:solidFill>
              </a:rPr>
              <a:t>（广义用户）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174740"/>
            <a:ext cx="11494770" cy="4965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                                                 </a:t>
            </a:r>
            <a:r>
              <a:rPr lang="zh-CN" altLang="en-US" b="1">
                <a:solidFill>
                  <a:schemeClr val="tx1"/>
                </a:solidFill>
              </a:rPr>
              <a:t>底层</a:t>
            </a:r>
            <a:r>
              <a:rPr lang="zh-CN" altLang="en-US" sz="1600" b="1">
                <a:solidFill>
                  <a:schemeClr val="tx1"/>
                </a:solidFill>
              </a:rPr>
              <a:t>（广义硬件）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521970" y="2256155"/>
            <a:ext cx="3220720" cy="2411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62950" y="2255520"/>
            <a:ext cx="3248025" cy="242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4345940" y="3784600"/>
            <a:ext cx="3468370" cy="1091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调度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框架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345940" y="1396365"/>
            <a:ext cx="3467735" cy="161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SDK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接口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22605" y="4928870"/>
            <a:ext cx="11089005" cy="12134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220210" y="4876165"/>
            <a:ext cx="3773170" cy="76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650875" y="5031740"/>
            <a:ext cx="1085215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1" name="Rectangles 50"/>
          <p:cNvSpPr/>
          <p:nvPr/>
        </p:nvSpPr>
        <p:spPr>
          <a:xfrm>
            <a:off x="8790305" y="3620770"/>
            <a:ext cx="126746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net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8567420" y="4149725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ipc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3" name="Rectangles 52"/>
          <p:cNvSpPr/>
          <p:nvPr/>
        </p:nvSpPr>
        <p:spPr>
          <a:xfrm>
            <a:off x="9509125" y="4149725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virt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4" name="Rectangles 53"/>
          <p:cNvSpPr/>
          <p:nvPr/>
        </p:nvSpPr>
        <p:spPr>
          <a:xfrm>
            <a:off x="10352405" y="3631565"/>
            <a:ext cx="87058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sound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5" name="Rectangles 54"/>
          <p:cNvSpPr/>
          <p:nvPr/>
        </p:nvSpPr>
        <p:spPr>
          <a:xfrm>
            <a:off x="10471150" y="4157980"/>
            <a:ext cx="104330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io_uring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803910" y="418211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mm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1068070" y="3613785"/>
            <a:ext cx="216535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fs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2736850" y="413893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block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4613275" y="437388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init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0" name="Rectangles 59"/>
          <p:cNvSpPr/>
          <p:nvPr/>
        </p:nvSpPr>
        <p:spPr>
          <a:xfrm>
            <a:off x="6636385" y="4371975"/>
            <a:ext cx="109220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kernel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1" name="Rectangles 60"/>
          <p:cNvSpPr/>
          <p:nvPr/>
        </p:nvSpPr>
        <p:spPr>
          <a:xfrm>
            <a:off x="1002665" y="5753735"/>
            <a:ext cx="137541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arch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2" name="Rectangles 61"/>
          <p:cNvSpPr/>
          <p:nvPr/>
        </p:nvSpPr>
        <p:spPr>
          <a:xfrm>
            <a:off x="2626360" y="5753735"/>
            <a:ext cx="33394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drivers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3" name="Rectangles 62"/>
          <p:cNvSpPr/>
          <p:nvPr/>
        </p:nvSpPr>
        <p:spPr>
          <a:xfrm>
            <a:off x="9885045" y="5023485"/>
            <a:ext cx="104330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security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4" name="Rectangles 63"/>
          <p:cNvSpPr/>
          <p:nvPr/>
        </p:nvSpPr>
        <p:spPr>
          <a:xfrm>
            <a:off x="4613275" y="521716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lib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5" name="Rectangles 64"/>
          <p:cNvSpPr/>
          <p:nvPr/>
        </p:nvSpPr>
        <p:spPr>
          <a:xfrm>
            <a:off x="6748780" y="5215255"/>
            <a:ext cx="84772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rust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6" name="Rectangles 65"/>
          <p:cNvSpPr/>
          <p:nvPr/>
        </p:nvSpPr>
        <p:spPr>
          <a:xfrm>
            <a:off x="7931785" y="5023485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certs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7" name="Rectangles 66"/>
          <p:cNvSpPr/>
          <p:nvPr/>
        </p:nvSpPr>
        <p:spPr>
          <a:xfrm>
            <a:off x="8870315" y="5017135"/>
            <a:ext cx="82677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crypto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8" name="Rectangles 67"/>
          <p:cNvSpPr/>
          <p:nvPr/>
        </p:nvSpPr>
        <p:spPr>
          <a:xfrm>
            <a:off x="4408805" y="1394460"/>
            <a:ext cx="109220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rgbClr val="FF0000"/>
                </a:solidFill>
              </a:rPr>
              <a:t>include</a:t>
            </a:r>
            <a:endParaRPr lang="en-US" altLang="zh-CN" sz="1200" b="1">
              <a:solidFill>
                <a:srgbClr val="FF0000"/>
              </a:solidFill>
            </a:endParaRPr>
          </a:p>
        </p:txBody>
      </p:sp>
      <p:sp>
        <p:nvSpPr>
          <p:cNvPr id="69" name="Rectangles 68"/>
          <p:cNvSpPr/>
          <p:nvPr/>
        </p:nvSpPr>
        <p:spPr>
          <a:xfrm>
            <a:off x="4408805" y="2223770"/>
            <a:ext cx="1990090" cy="2914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Documentation/README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0" name="Rectangles 69"/>
          <p:cNvSpPr/>
          <p:nvPr/>
        </p:nvSpPr>
        <p:spPr>
          <a:xfrm>
            <a:off x="4408805" y="1819910"/>
            <a:ext cx="1092200" cy="3022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samples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1" name="Rectangles 70"/>
          <p:cNvSpPr/>
          <p:nvPr/>
        </p:nvSpPr>
        <p:spPr>
          <a:xfrm>
            <a:off x="4408805" y="2632710"/>
            <a:ext cx="3338195" cy="2914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Makefile/Kbuild/Kconfig/scripts/tools/usr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2" name="Rectangles 71"/>
          <p:cNvSpPr/>
          <p:nvPr/>
        </p:nvSpPr>
        <p:spPr>
          <a:xfrm>
            <a:off x="6507480" y="1577975"/>
            <a:ext cx="1250950" cy="9378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COPYING</a:t>
            </a:r>
            <a:endParaRPr lang="en-US" altLang="zh-CN" sz="10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CREDITS</a:t>
            </a:r>
            <a:endParaRPr lang="en-US" altLang="zh-CN" sz="10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LICENSES</a:t>
            </a:r>
            <a:endParaRPr lang="en-US" altLang="zh-CN" sz="10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MAINTAINERS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3" name="Rectangles 72"/>
          <p:cNvSpPr/>
          <p:nvPr/>
        </p:nvSpPr>
        <p:spPr>
          <a:xfrm>
            <a:off x="2038985" y="6247130"/>
            <a:ext cx="1623695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CPU</a:t>
            </a:r>
            <a:r>
              <a:rPr lang="zh-CN" altLang="en-US" sz="1000" b="1">
                <a:solidFill>
                  <a:schemeClr val="tx1"/>
                </a:solidFill>
              </a:rPr>
              <a:t>端集成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4" name="Rectangles 73"/>
          <p:cNvSpPr/>
          <p:nvPr/>
        </p:nvSpPr>
        <p:spPr>
          <a:xfrm>
            <a:off x="4018915" y="6244590"/>
            <a:ext cx="852170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*PU</a:t>
            </a:r>
            <a:r>
              <a:rPr lang="zh-CN" altLang="en-US" sz="1000" b="1">
                <a:solidFill>
                  <a:schemeClr val="tx1"/>
                </a:solidFill>
              </a:rPr>
              <a:t>端处理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5" name="Rectangles 74"/>
          <p:cNvSpPr/>
          <p:nvPr/>
        </p:nvSpPr>
        <p:spPr>
          <a:xfrm>
            <a:off x="5300980" y="6242050"/>
            <a:ext cx="859155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各类总线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6" name="Rectangles 75"/>
          <p:cNvSpPr/>
          <p:nvPr/>
        </p:nvSpPr>
        <p:spPr>
          <a:xfrm>
            <a:off x="6496050" y="6243320"/>
            <a:ext cx="831215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各类设备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8" name="Rectangles 77"/>
          <p:cNvSpPr/>
          <p:nvPr/>
        </p:nvSpPr>
        <p:spPr>
          <a:xfrm>
            <a:off x="2129155" y="991870"/>
            <a:ext cx="1332865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内核文件系统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4612640" y="984885"/>
            <a:ext cx="3492500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系统调用</a:t>
            </a:r>
            <a:r>
              <a:rPr lang="en-US" altLang="zh-CN" sz="1000" b="1">
                <a:solidFill>
                  <a:schemeClr val="tx1"/>
                </a:solidFill>
              </a:rPr>
              <a:t>                                 </a:t>
            </a:r>
            <a:r>
              <a:rPr lang="zh-CN" altLang="en-US" sz="1000" b="1">
                <a:solidFill>
                  <a:schemeClr val="tx1"/>
                </a:solidFill>
              </a:rPr>
              <a:t>。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80" name="Rectangles 79"/>
          <p:cNvSpPr/>
          <p:nvPr/>
        </p:nvSpPr>
        <p:spPr>
          <a:xfrm>
            <a:off x="3882390" y="983615"/>
            <a:ext cx="728345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信号处理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6172200" y="1025525"/>
            <a:ext cx="883285" cy="2660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eBPF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803910" y="6243320"/>
            <a:ext cx="852170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BIOS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4871085" y="5902325"/>
            <a:ext cx="840105" cy="2533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固件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7141845" y="1022985"/>
            <a:ext cx="883285" cy="2660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ioctl/fcntl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198620" y="1396365"/>
            <a:ext cx="3794760" cy="4759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广义计算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=SDK+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调度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-Linux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内核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01700"/>
            <a:ext cx="1149413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                                                    </a:t>
            </a:r>
            <a:r>
              <a:rPr lang="zh-CN" altLang="en-US" b="1">
                <a:solidFill>
                  <a:schemeClr val="tx1"/>
                </a:solidFill>
              </a:rPr>
              <a:t>上层</a:t>
            </a:r>
            <a:r>
              <a:rPr lang="zh-CN" altLang="en-US" sz="1600" b="1">
                <a:solidFill>
                  <a:schemeClr val="tx1"/>
                </a:solidFill>
              </a:rPr>
              <a:t>（广义用户）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174740"/>
            <a:ext cx="11494770" cy="4965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                                                 </a:t>
            </a:r>
            <a:r>
              <a:rPr lang="zh-CN" altLang="en-US" b="1">
                <a:solidFill>
                  <a:schemeClr val="tx1"/>
                </a:solidFill>
              </a:rPr>
              <a:t>底层</a:t>
            </a:r>
            <a:r>
              <a:rPr lang="zh-CN" altLang="en-US" sz="1600" b="1">
                <a:solidFill>
                  <a:schemeClr val="tx1"/>
                </a:solidFill>
              </a:rPr>
              <a:t>（广义硬件）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521970" y="2256155"/>
            <a:ext cx="3220720" cy="2411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62950" y="2255520"/>
            <a:ext cx="3248025" cy="242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4345940" y="3784600"/>
            <a:ext cx="3468370" cy="1091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调度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框架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345940" y="1396365"/>
            <a:ext cx="3467735" cy="161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SDK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接口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22605" y="4928870"/>
            <a:ext cx="11089005" cy="12134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220210" y="4876165"/>
            <a:ext cx="3773170" cy="76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650875" y="5031740"/>
            <a:ext cx="1085215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1" name="Rectangles 50"/>
          <p:cNvSpPr/>
          <p:nvPr/>
        </p:nvSpPr>
        <p:spPr>
          <a:xfrm>
            <a:off x="8790305" y="3620770"/>
            <a:ext cx="126746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net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8567420" y="4149725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ipc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3" name="Rectangles 52"/>
          <p:cNvSpPr/>
          <p:nvPr/>
        </p:nvSpPr>
        <p:spPr>
          <a:xfrm>
            <a:off x="9509125" y="4149725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virt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4" name="Rectangles 53"/>
          <p:cNvSpPr/>
          <p:nvPr/>
        </p:nvSpPr>
        <p:spPr>
          <a:xfrm>
            <a:off x="10352405" y="3631565"/>
            <a:ext cx="87058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sound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5" name="Rectangles 54"/>
          <p:cNvSpPr/>
          <p:nvPr/>
        </p:nvSpPr>
        <p:spPr>
          <a:xfrm>
            <a:off x="10471150" y="4157980"/>
            <a:ext cx="104330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io_uring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803910" y="418211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mm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1068070" y="3613785"/>
            <a:ext cx="216535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fs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2736850" y="413893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block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4613275" y="437388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init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0" name="Rectangles 59"/>
          <p:cNvSpPr/>
          <p:nvPr/>
        </p:nvSpPr>
        <p:spPr>
          <a:xfrm>
            <a:off x="6636385" y="4371975"/>
            <a:ext cx="109220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kernel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1" name="Rectangles 60"/>
          <p:cNvSpPr/>
          <p:nvPr/>
        </p:nvSpPr>
        <p:spPr>
          <a:xfrm>
            <a:off x="1002665" y="5753735"/>
            <a:ext cx="137541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arch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2" name="Rectangles 61"/>
          <p:cNvSpPr/>
          <p:nvPr/>
        </p:nvSpPr>
        <p:spPr>
          <a:xfrm>
            <a:off x="2626360" y="5753735"/>
            <a:ext cx="33394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drivers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3" name="Rectangles 62"/>
          <p:cNvSpPr/>
          <p:nvPr/>
        </p:nvSpPr>
        <p:spPr>
          <a:xfrm>
            <a:off x="9885045" y="5023485"/>
            <a:ext cx="104330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security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4" name="Rectangles 63"/>
          <p:cNvSpPr/>
          <p:nvPr/>
        </p:nvSpPr>
        <p:spPr>
          <a:xfrm>
            <a:off x="4613275" y="521716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lib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5" name="Rectangles 64"/>
          <p:cNvSpPr/>
          <p:nvPr/>
        </p:nvSpPr>
        <p:spPr>
          <a:xfrm>
            <a:off x="6748780" y="5215255"/>
            <a:ext cx="84772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rust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6" name="Rectangles 65"/>
          <p:cNvSpPr/>
          <p:nvPr/>
        </p:nvSpPr>
        <p:spPr>
          <a:xfrm>
            <a:off x="7931785" y="5023485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certs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7" name="Rectangles 66"/>
          <p:cNvSpPr/>
          <p:nvPr/>
        </p:nvSpPr>
        <p:spPr>
          <a:xfrm>
            <a:off x="8870315" y="5017135"/>
            <a:ext cx="82677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crypto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8" name="Rectangles 67"/>
          <p:cNvSpPr/>
          <p:nvPr/>
        </p:nvSpPr>
        <p:spPr>
          <a:xfrm>
            <a:off x="4408805" y="1394460"/>
            <a:ext cx="109220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rgbClr val="FF0000"/>
                </a:solidFill>
              </a:rPr>
              <a:t>include</a:t>
            </a:r>
            <a:endParaRPr lang="en-US" altLang="zh-CN" sz="1200" b="1">
              <a:solidFill>
                <a:srgbClr val="FF0000"/>
              </a:solidFill>
            </a:endParaRPr>
          </a:p>
        </p:txBody>
      </p:sp>
      <p:sp>
        <p:nvSpPr>
          <p:cNvPr id="69" name="Rectangles 68"/>
          <p:cNvSpPr/>
          <p:nvPr/>
        </p:nvSpPr>
        <p:spPr>
          <a:xfrm>
            <a:off x="4408805" y="2223770"/>
            <a:ext cx="1990090" cy="2914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Documentation/README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0" name="Rectangles 69"/>
          <p:cNvSpPr/>
          <p:nvPr/>
        </p:nvSpPr>
        <p:spPr>
          <a:xfrm>
            <a:off x="4408805" y="1819910"/>
            <a:ext cx="1092200" cy="3022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samples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1" name="Rectangles 70"/>
          <p:cNvSpPr/>
          <p:nvPr/>
        </p:nvSpPr>
        <p:spPr>
          <a:xfrm>
            <a:off x="4408805" y="2632710"/>
            <a:ext cx="3338195" cy="2914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Makefile/Kbuild/Kconfig/scripts/tools/usr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2" name="Rectangles 71"/>
          <p:cNvSpPr/>
          <p:nvPr/>
        </p:nvSpPr>
        <p:spPr>
          <a:xfrm>
            <a:off x="6507480" y="1577975"/>
            <a:ext cx="1250950" cy="9378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COPYING</a:t>
            </a:r>
            <a:endParaRPr lang="en-US" altLang="zh-CN" sz="10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CREDITS</a:t>
            </a:r>
            <a:endParaRPr lang="en-US" altLang="zh-CN" sz="10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LICENSES</a:t>
            </a:r>
            <a:endParaRPr lang="en-US" altLang="zh-CN" sz="1000" b="1">
              <a:solidFill>
                <a:schemeClr val="tx1"/>
              </a:solidFill>
            </a:endParaRPr>
          </a:p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MAINTAINERS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3" name="Rectangles 72"/>
          <p:cNvSpPr/>
          <p:nvPr/>
        </p:nvSpPr>
        <p:spPr>
          <a:xfrm>
            <a:off x="2038985" y="6247130"/>
            <a:ext cx="1623695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CPU</a:t>
            </a:r>
            <a:r>
              <a:rPr lang="zh-CN" altLang="en-US" sz="1000" b="1">
                <a:solidFill>
                  <a:schemeClr val="tx1"/>
                </a:solidFill>
              </a:rPr>
              <a:t>端集成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4" name="Rectangles 73"/>
          <p:cNvSpPr/>
          <p:nvPr/>
        </p:nvSpPr>
        <p:spPr>
          <a:xfrm>
            <a:off x="4018915" y="6244590"/>
            <a:ext cx="852170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*PU</a:t>
            </a:r>
            <a:r>
              <a:rPr lang="zh-CN" altLang="en-US" sz="1000" b="1">
                <a:solidFill>
                  <a:schemeClr val="tx1"/>
                </a:solidFill>
              </a:rPr>
              <a:t>端处理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5" name="Rectangles 74"/>
          <p:cNvSpPr/>
          <p:nvPr/>
        </p:nvSpPr>
        <p:spPr>
          <a:xfrm>
            <a:off x="5300980" y="6242050"/>
            <a:ext cx="859155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各类总线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6" name="Rectangles 75"/>
          <p:cNvSpPr/>
          <p:nvPr/>
        </p:nvSpPr>
        <p:spPr>
          <a:xfrm>
            <a:off x="6496050" y="6243320"/>
            <a:ext cx="831215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各类设备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2302510" y="2852420"/>
            <a:ext cx="1173480" cy="4908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存储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沙箱独立模块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内核扩展模块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8" name="Rectangles 77"/>
          <p:cNvSpPr/>
          <p:nvPr/>
        </p:nvSpPr>
        <p:spPr>
          <a:xfrm>
            <a:off x="2129155" y="991870"/>
            <a:ext cx="1332865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内核文件系统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4612640" y="984885"/>
            <a:ext cx="3492500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系统调用</a:t>
            </a:r>
            <a:r>
              <a:rPr lang="en-US" altLang="zh-CN" sz="1000" b="1">
                <a:solidFill>
                  <a:schemeClr val="tx1"/>
                </a:solidFill>
              </a:rPr>
              <a:t>                                 </a:t>
            </a:r>
            <a:r>
              <a:rPr lang="zh-CN" altLang="en-US" sz="1000" b="1">
                <a:solidFill>
                  <a:schemeClr val="tx1"/>
                </a:solidFill>
              </a:rPr>
              <a:t>。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80" name="Rectangles 79"/>
          <p:cNvSpPr/>
          <p:nvPr/>
        </p:nvSpPr>
        <p:spPr>
          <a:xfrm>
            <a:off x="3882390" y="983615"/>
            <a:ext cx="728345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信号处理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81" name="Rectangles 80"/>
          <p:cNvSpPr/>
          <p:nvPr/>
        </p:nvSpPr>
        <p:spPr>
          <a:xfrm>
            <a:off x="8519795" y="2863850"/>
            <a:ext cx="1134110" cy="5118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传输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沙箱独立模块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内核扩展模块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82" name="Rectangles 81"/>
          <p:cNvSpPr/>
          <p:nvPr/>
        </p:nvSpPr>
        <p:spPr>
          <a:xfrm>
            <a:off x="2736215" y="5031740"/>
            <a:ext cx="1270635" cy="5734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通用计算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沙箱独立模块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内核扩展模块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83" name="Rectangles 82"/>
          <p:cNvSpPr/>
          <p:nvPr/>
        </p:nvSpPr>
        <p:spPr>
          <a:xfrm>
            <a:off x="6290945" y="5781040"/>
            <a:ext cx="1640840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硬件相关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内核扩展模块</a:t>
            </a:r>
            <a:r>
              <a:rPr lang="en-US" altLang="zh-CN" sz="1000" b="1">
                <a:solidFill>
                  <a:schemeClr val="tx1"/>
                </a:solidFill>
              </a:rPr>
              <a:t>/</a:t>
            </a:r>
            <a:r>
              <a:rPr lang="zh-CN" altLang="en-US" sz="1000" b="1">
                <a:solidFill>
                  <a:schemeClr val="tx1"/>
                </a:solidFill>
              </a:rPr>
              <a:t>固件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6172200" y="1025525"/>
            <a:ext cx="883285" cy="2660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eBPF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803910" y="6243320"/>
            <a:ext cx="852170" cy="372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BIOS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4871085" y="5902325"/>
            <a:ext cx="840105" cy="2533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固件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4591050" y="3881755"/>
            <a:ext cx="728345" cy="4191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调度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辅助维护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812800" y="2863215"/>
            <a:ext cx="922020" cy="4584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存储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辅助维护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10617835" y="2863850"/>
            <a:ext cx="728345" cy="447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传输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辅助维护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7141845" y="1022985"/>
            <a:ext cx="883285" cy="2660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ioctl/fcntl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8940800" y="5603875"/>
            <a:ext cx="728345" cy="4660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计算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辅助维护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6636385" y="3881120"/>
            <a:ext cx="1092835" cy="4197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调度</a:t>
            </a:r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沙箱独立模块</a:t>
            </a:r>
            <a:endParaRPr lang="zh-CN" altLang="en-US" sz="1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2200</Words>
  <Application>WPS Presentation</Application>
  <PresentationFormat>宽屏</PresentationFormat>
  <Paragraphs>506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MathJax_Vector</vt:lpstr>
      <vt:lpstr>Office Theme</vt:lpstr>
      <vt:lpstr>学习架构设计-了解开源案例-Linux内核</vt:lpstr>
      <vt:lpstr>学习架构设计-了解开源案例-Linux内核</vt:lpstr>
      <vt:lpstr>学习架构设计-了解开源案例-Linux内核</vt:lpstr>
      <vt:lpstr>学习架构设计-了解开源案例-Linux内核</vt:lpstr>
      <vt:lpstr>学习架构设计-了解开源案例-Linux内核</vt:lpstr>
      <vt:lpstr>学习架构设计-了解开源案例-Linux内核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627</cp:revision>
  <dcterms:created xsi:type="dcterms:W3CDTF">2026-04-26T03:10:29Z</dcterms:created>
  <dcterms:modified xsi:type="dcterms:W3CDTF">2026-04-26T03:10:29Z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