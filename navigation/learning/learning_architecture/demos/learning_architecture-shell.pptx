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1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6D02F5-EFAE-4BF5-A0D5-04130F97BB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91099F-D9E7-49D1-BEA3-EEEDABEB01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1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159088-2234-4794-A982-38F44CCF10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B9E613-7263-413F-AFEB-74D26585D8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29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3600" y="1825560"/>
            <a:ext cx="5129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82CB66-0F38-4FC0-9980-80B34EE024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4D48FBE-7ED7-435D-B482-3490B584D1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182BBBA-6130-4BE3-BE7B-250B6167B8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097BE59-1D48-4E73-958A-5464822162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BDC261E-F986-4AB5-9DA0-40F6608FE0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8CC96A8-C582-485E-BD85-DFAD54388C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击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辑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053474-4DA2-47DB-8CC6-996440B26D6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8642824-0B77-4972-BE6B-669D48BC04F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击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辑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1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3C46B5-3343-4927-ADC7-F808B000FBA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0928EBD-3249-4163-89C2-74710F5DBF7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编辑标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题文本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29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4320" y="1825560"/>
            <a:ext cx="5129280" cy="43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C1CB69E-EADE-4CF5-BCC1-CC81AE4BA08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09C4DA2-8D50-4FAA-AF2F-BDC58E8431D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47FB9E0-2D05-4852-B7C7-0F6C5FA3134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D25A978-0C73-46D6-BDB7-56D9D10471F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4320" cy="139572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375EF58-06BD-448E-AA9A-FBE3B1A91A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6274964-C8C0-42D0-AC53-A585DD885C4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s 1"/>
          <p:cNvSpPr/>
          <p:nvPr/>
        </p:nvSpPr>
        <p:spPr>
          <a:xfrm>
            <a:off x="1332000" y="1105560"/>
            <a:ext cx="10727640" cy="5215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    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                                                                                                            图形系统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串行系统语言                                                                                                                                                并行受限语言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s 97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98"/>
          <p:cNvSpPr/>
          <p:nvPr/>
        </p:nvSpPr>
        <p:spPr>
          <a:xfrm>
            <a:off x="1332000" y="6322320"/>
            <a:ext cx="10739520" cy="49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s 99"/>
          <p:cNvSpPr/>
          <p:nvPr/>
        </p:nvSpPr>
        <p:spPr>
          <a:xfrm>
            <a:off x="4032000" y="1105560"/>
            <a:ext cx="5579640" cy="195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AI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人类语言（串并行）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1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/>
          <p:nvPr/>
        </p:nvSpPr>
        <p:spPr>
          <a:xfrm>
            <a:off x="88560" y="625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3"/>
          <p:cNvSpPr/>
          <p:nvPr/>
        </p:nvSpPr>
        <p:spPr>
          <a:xfrm>
            <a:off x="88920" y="4490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5"/>
          <p:cNvSpPr/>
          <p:nvPr/>
        </p:nvSpPr>
        <p:spPr>
          <a:xfrm>
            <a:off x="89280" y="2690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332000" y="3996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s 19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s 45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s 46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0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15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6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17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s 47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ectangles 48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s 49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s 50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s 51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s 32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s 33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34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s 35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s 36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14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18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19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0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s 37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s 38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ectangles 39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s 40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s 41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s 55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s 56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s 60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s 16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s 17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s 18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s 52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s 53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2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43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44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45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s 54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s 175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s 176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s 177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s 178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s 179"/>
          <p:cNvSpPr/>
          <p:nvPr/>
        </p:nvSpPr>
        <p:spPr>
          <a:xfrm>
            <a:off x="190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s 180"/>
          <p:cNvSpPr/>
          <p:nvPr/>
        </p:nvSpPr>
        <p:spPr>
          <a:xfrm>
            <a:off x="3202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会话管理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s 181"/>
          <p:cNvSpPr/>
          <p:nvPr/>
        </p:nvSpPr>
        <p:spPr>
          <a:xfrm>
            <a:off x="4498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s 182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s 183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s 184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s 20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s 21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96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构设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解语言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s 100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101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7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38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39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40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s 161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s 162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ectangles 163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s 164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s 165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s 166"/>
          <p:cNvSpPr/>
          <p:nvPr/>
        </p:nvSpPr>
        <p:spPr>
          <a:xfrm>
            <a:off x="190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s 167"/>
          <p:cNvSpPr/>
          <p:nvPr/>
        </p:nvSpPr>
        <p:spPr>
          <a:xfrm>
            <a:off x="3202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会话管理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s 168"/>
          <p:cNvSpPr/>
          <p:nvPr/>
        </p:nvSpPr>
        <p:spPr>
          <a:xfrm>
            <a:off x="4498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s 169"/>
          <p:cNvSpPr/>
          <p:nvPr/>
        </p:nvSpPr>
        <p:spPr>
          <a:xfrm>
            <a:off x="7954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历史记录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s 170"/>
          <p:cNvSpPr/>
          <p:nvPr/>
        </p:nvSpPr>
        <p:spPr>
          <a:xfrm>
            <a:off x="9250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存储框架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s 171"/>
          <p:cNvSpPr/>
          <p:nvPr/>
        </p:nvSpPr>
        <p:spPr>
          <a:xfrm>
            <a:off x="1054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s 172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s 173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s 174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s 22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ectangles 23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ectangles 24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s 57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s 58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2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33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34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5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ectangles 59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s 145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ectangles 146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Rectangles 147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ectangles 148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ectangles 149"/>
          <p:cNvSpPr/>
          <p:nvPr/>
        </p:nvSpPr>
        <p:spPr>
          <a:xfrm>
            <a:off x="190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s 150"/>
          <p:cNvSpPr/>
          <p:nvPr/>
        </p:nvSpPr>
        <p:spPr>
          <a:xfrm>
            <a:off x="3202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会话管理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s 151"/>
          <p:cNvSpPr/>
          <p:nvPr/>
        </p:nvSpPr>
        <p:spPr>
          <a:xfrm>
            <a:off x="4498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s 152"/>
          <p:cNvSpPr/>
          <p:nvPr/>
        </p:nvSpPr>
        <p:spPr>
          <a:xfrm>
            <a:off x="7954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历史记录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s 153"/>
          <p:cNvSpPr/>
          <p:nvPr/>
        </p:nvSpPr>
        <p:spPr>
          <a:xfrm>
            <a:off x="9250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存储框架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s 154"/>
          <p:cNvSpPr/>
          <p:nvPr/>
        </p:nvSpPr>
        <p:spPr>
          <a:xfrm>
            <a:off x="1054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s 155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s 156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s 157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s 158"/>
          <p:cNvSpPr/>
          <p:nvPr/>
        </p:nvSpPr>
        <p:spPr>
          <a:xfrm>
            <a:off x="5940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s 159"/>
          <p:cNvSpPr/>
          <p:nvPr/>
        </p:nvSpPr>
        <p:spPr>
          <a:xfrm>
            <a:off x="6408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s 160"/>
          <p:cNvSpPr/>
          <p:nvPr/>
        </p:nvSpPr>
        <p:spPr>
          <a:xfrm>
            <a:off x="6876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s 25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s 26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ectangles 27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ectangles 61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s 62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7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PlaceHolder 28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29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30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s 63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Rectangles 126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ectangles 127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ectangles 128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ectangles 129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ectangles 130"/>
          <p:cNvSpPr/>
          <p:nvPr/>
        </p:nvSpPr>
        <p:spPr>
          <a:xfrm>
            <a:off x="190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s 131"/>
          <p:cNvSpPr/>
          <p:nvPr/>
        </p:nvSpPr>
        <p:spPr>
          <a:xfrm>
            <a:off x="3202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会话管理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s 132"/>
          <p:cNvSpPr/>
          <p:nvPr/>
        </p:nvSpPr>
        <p:spPr>
          <a:xfrm>
            <a:off x="4498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s 133"/>
          <p:cNvSpPr/>
          <p:nvPr/>
        </p:nvSpPr>
        <p:spPr>
          <a:xfrm>
            <a:off x="7954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历史记录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s 134"/>
          <p:cNvSpPr/>
          <p:nvPr/>
        </p:nvSpPr>
        <p:spPr>
          <a:xfrm>
            <a:off x="9250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存储框架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s 135"/>
          <p:cNvSpPr/>
          <p:nvPr/>
        </p:nvSpPr>
        <p:spPr>
          <a:xfrm>
            <a:off x="1054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s 136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s 137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ectangles 138"/>
          <p:cNvSpPr/>
          <p:nvPr/>
        </p:nvSpPr>
        <p:spPr>
          <a:xfrm>
            <a:off x="1906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内容输入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s 139"/>
          <p:cNvSpPr/>
          <p:nvPr/>
        </p:nvSpPr>
        <p:spPr>
          <a:xfrm>
            <a:off x="3202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交互管理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s 140"/>
          <p:cNvSpPr/>
          <p:nvPr/>
        </p:nvSpPr>
        <p:spPr>
          <a:xfrm>
            <a:off x="4498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内容输出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s 141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s 142"/>
          <p:cNvSpPr/>
          <p:nvPr/>
        </p:nvSpPr>
        <p:spPr>
          <a:xfrm>
            <a:off x="5940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s 143"/>
          <p:cNvSpPr/>
          <p:nvPr/>
        </p:nvSpPr>
        <p:spPr>
          <a:xfrm>
            <a:off x="6408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s 144"/>
          <p:cNvSpPr/>
          <p:nvPr/>
        </p:nvSpPr>
        <p:spPr>
          <a:xfrm>
            <a:off x="6876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s 28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s 29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s 30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Rectangles 31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s 102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2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23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24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PlaceHolder 25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ectangles 103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s 104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Rectangles 105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ectangles 106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ectangles 107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s 108"/>
          <p:cNvSpPr/>
          <p:nvPr/>
        </p:nvSpPr>
        <p:spPr>
          <a:xfrm>
            <a:off x="190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s 109"/>
          <p:cNvSpPr/>
          <p:nvPr/>
        </p:nvSpPr>
        <p:spPr>
          <a:xfrm>
            <a:off x="3202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会话管理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s 110"/>
          <p:cNvSpPr/>
          <p:nvPr/>
        </p:nvSpPr>
        <p:spPr>
          <a:xfrm>
            <a:off x="4498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s 111"/>
          <p:cNvSpPr/>
          <p:nvPr/>
        </p:nvSpPr>
        <p:spPr>
          <a:xfrm>
            <a:off x="7954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历史记录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s 112"/>
          <p:cNvSpPr/>
          <p:nvPr/>
        </p:nvSpPr>
        <p:spPr>
          <a:xfrm>
            <a:off x="9250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存储框架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s 113"/>
          <p:cNvSpPr/>
          <p:nvPr/>
        </p:nvSpPr>
        <p:spPr>
          <a:xfrm>
            <a:off x="1054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s 114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ectangles 115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ectangles 116"/>
          <p:cNvSpPr/>
          <p:nvPr/>
        </p:nvSpPr>
        <p:spPr>
          <a:xfrm>
            <a:off x="1906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内容输入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s 117"/>
          <p:cNvSpPr/>
          <p:nvPr/>
        </p:nvSpPr>
        <p:spPr>
          <a:xfrm>
            <a:off x="3202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交互管理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s 118"/>
          <p:cNvSpPr/>
          <p:nvPr/>
        </p:nvSpPr>
        <p:spPr>
          <a:xfrm>
            <a:off x="4498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内容输出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s 119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Rectangles 120"/>
          <p:cNvSpPr/>
          <p:nvPr/>
        </p:nvSpPr>
        <p:spPr>
          <a:xfrm>
            <a:off x="7954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历史命令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s 121"/>
          <p:cNvSpPr/>
          <p:nvPr/>
        </p:nvSpPr>
        <p:spPr>
          <a:xfrm>
            <a:off x="9250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文件系统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s 122"/>
          <p:cNvSpPr/>
          <p:nvPr/>
        </p:nvSpPr>
        <p:spPr>
          <a:xfrm>
            <a:off x="10546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配置参数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tangles 123"/>
          <p:cNvSpPr/>
          <p:nvPr/>
        </p:nvSpPr>
        <p:spPr>
          <a:xfrm>
            <a:off x="5940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ectangles 124"/>
          <p:cNvSpPr/>
          <p:nvPr/>
        </p:nvSpPr>
        <p:spPr>
          <a:xfrm>
            <a:off x="6408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s 125"/>
          <p:cNvSpPr/>
          <p:nvPr/>
        </p:nvSpPr>
        <p:spPr>
          <a:xfrm>
            <a:off x="6876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s 64"/>
          <p:cNvSpPr/>
          <p:nvPr/>
        </p:nvSpPr>
        <p:spPr>
          <a:xfrm>
            <a:off x="1332000" y="1105560"/>
            <a:ext cx="10727640" cy="48340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Rectangles 65"/>
          <p:cNvSpPr/>
          <p:nvPr/>
        </p:nvSpPr>
        <p:spPr>
          <a:xfrm>
            <a:off x="7740000" y="154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ectangles 66"/>
          <p:cNvSpPr/>
          <p:nvPr/>
        </p:nvSpPr>
        <p:spPr>
          <a:xfrm>
            <a:off x="1728000" y="1584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客户端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080" cy="5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构设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解语言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Shell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s 67"/>
          <p:cNvSpPr/>
          <p:nvPr/>
        </p:nvSpPr>
        <p:spPr>
          <a:xfrm>
            <a:off x="1332000" y="646200"/>
            <a:ext cx="10739160" cy="457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s 68"/>
          <p:cNvSpPr/>
          <p:nvPr/>
        </p:nvSpPr>
        <p:spPr>
          <a:xfrm>
            <a:off x="1332000" y="5940000"/>
            <a:ext cx="10739520" cy="8744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8"/>
          <p:cNvSpPr/>
          <p:nvPr/>
        </p:nvSpPr>
        <p:spPr>
          <a:xfrm>
            <a:off x="88200" y="602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PlaceHolder 9"/>
          <p:cNvSpPr/>
          <p:nvPr/>
        </p:nvSpPr>
        <p:spPr>
          <a:xfrm>
            <a:off x="88560" y="6074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PlaceHolder 11"/>
          <p:cNvSpPr/>
          <p:nvPr/>
        </p:nvSpPr>
        <p:spPr>
          <a:xfrm>
            <a:off x="88920" y="441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PlaceHolder 12"/>
          <p:cNvSpPr/>
          <p:nvPr/>
        </p:nvSpPr>
        <p:spPr>
          <a:xfrm>
            <a:off x="89280" y="2258280"/>
            <a:ext cx="12074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Rectangles 69"/>
          <p:cNvSpPr/>
          <p:nvPr/>
        </p:nvSpPr>
        <p:spPr>
          <a:xfrm>
            <a:off x="334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Rectangles 70"/>
          <p:cNvSpPr/>
          <p:nvPr/>
        </p:nvSpPr>
        <p:spPr>
          <a:xfrm>
            <a:off x="80280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ectangles 71"/>
          <p:cNvSpPr/>
          <p:nvPr/>
        </p:nvSpPr>
        <p:spPr>
          <a:xfrm>
            <a:off x="334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s 72"/>
          <p:cNvSpPr/>
          <p:nvPr/>
        </p:nvSpPr>
        <p:spPr>
          <a:xfrm>
            <a:off x="8026200" y="6410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Rectangles 73"/>
          <p:cNvSpPr/>
          <p:nvPr/>
        </p:nvSpPr>
        <p:spPr>
          <a:xfrm>
            <a:off x="5686200" y="5942520"/>
            <a:ext cx="1873440" cy="35712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Rectangles 74"/>
          <p:cNvSpPr/>
          <p:nvPr/>
        </p:nvSpPr>
        <p:spPr>
          <a:xfrm>
            <a:off x="190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s 75"/>
          <p:cNvSpPr/>
          <p:nvPr/>
        </p:nvSpPr>
        <p:spPr>
          <a:xfrm>
            <a:off x="3202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会话管理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s 76"/>
          <p:cNvSpPr/>
          <p:nvPr/>
        </p:nvSpPr>
        <p:spPr>
          <a:xfrm>
            <a:off x="4498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输出接口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s 77"/>
          <p:cNvSpPr/>
          <p:nvPr/>
        </p:nvSpPr>
        <p:spPr>
          <a:xfrm>
            <a:off x="7954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历史记录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s 78"/>
          <p:cNvSpPr/>
          <p:nvPr/>
        </p:nvSpPr>
        <p:spPr>
          <a:xfrm>
            <a:off x="9250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存储框架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s 79"/>
          <p:cNvSpPr/>
          <p:nvPr/>
        </p:nvSpPr>
        <p:spPr>
          <a:xfrm>
            <a:off x="10546200" y="2403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s 80"/>
          <p:cNvSpPr/>
          <p:nvPr/>
        </p:nvSpPr>
        <p:spPr>
          <a:xfrm>
            <a:off x="6190200" y="1980000"/>
            <a:ext cx="973440" cy="144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核心程序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s 81"/>
          <p:cNvSpPr/>
          <p:nvPr/>
        </p:nvSpPr>
        <p:spPr>
          <a:xfrm>
            <a:off x="1728000" y="4068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语言核传输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Rectangles 82"/>
          <p:cNvSpPr/>
          <p:nvPr/>
        </p:nvSpPr>
        <p:spPr>
          <a:xfrm>
            <a:off x="1906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内容输入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s 83"/>
          <p:cNvSpPr/>
          <p:nvPr/>
        </p:nvSpPr>
        <p:spPr>
          <a:xfrm>
            <a:off x="3202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交互管理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s 84"/>
          <p:cNvSpPr/>
          <p:nvPr/>
        </p:nvSpPr>
        <p:spPr>
          <a:xfrm>
            <a:off x="4498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内容输出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s 85"/>
          <p:cNvSpPr/>
          <p:nvPr/>
        </p:nvSpPr>
        <p:spPr>
          <a:xfrm>
            <a:off x="7740000" y="4032000"/>
            <a:ext cx="3924000" cy="1620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语言核存储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Rectangles 86"/>
          <p:cNvSpPr/>
          <p:nvPr/>
        </p:nvSpPr>
        <p:spPr>
          <a:xfrm>
            <a:off x="7954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历史命令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s 87"/>
          <p:cNvSpPr/>
          <p:nvPr/>
        </p:nvSpPr>
        <p:spPr>
          <a:xfrm>
            <a:off x="9250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文件系统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s 88"/>
          <p:cNvSpPr/>
          <p:nvPr/>
        </p:nvSpPr>
        <p:spPr>
          <a:xfrm>
            <a:off x="10546200" y="4887360"/>
            <a:ext cx="973440" cy="476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配置参数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s 89"/>
          <p:cNvSpPr/>
          <p:nvPr/>
        </p:nvSpPr>
        <p:spPr>
          <a:xfrm>
            <a:off x="5940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s 90"/>
          <p:cNvSpPr/>
          <p:nvPr/>
        </p:nvSpPr>
        <p:spPr>
          <a:xfrm>
            <a:off x="6408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ectangles 91"/>
          <p:cNvSpPr/>
          <p:nvPr/>
        </p:nvSpPr>
        <p:spPr>
          <a:xfrm>
            <a:off x="6876000" y="3807360"/>
            <a:ext cx="504000" cy="36864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s 92"/>
          <p:cNvSpPr/>
          <p:nvPr/>
        </p:nvSpPr>
        <p:spPr>
          <a:xfrm>
            <a:off x="6010200" y="5616000"/>
            <a:ext cx="1333800" cy="252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系统封装扩展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ectangles 93"/>
          <p:cNvSpPr/>
          <p:nvPr/>
        </p:nvSpPr>
        <p:spPr>
          <a:xfrm>
            <a:off x="6082200" y="4716000"/>
            <a:ext cx="325800" cy="828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s 94"/>
          <p:cNvSpPr/>
          <p:nvPr/>
        </p:nvSpPr>
        <p:spPr>
          <a:xfrm>
            <a:off x="6514200" y="4716000"/>
            <a:ext cx="325800" cy="828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s 95"/>
          <p:cNvSpPr/>
          <p:nvPr/>
        </p:nvSpPr>
        <p:spPr>
          <a:xfrm>
            <a:off x="6946200" y="4716000"/>
            <a:ext cx="325800" cy="828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2026-07-28T10:13:34Z</dcterms:modified>
  <cp:revision>784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