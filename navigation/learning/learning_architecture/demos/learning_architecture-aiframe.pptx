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433" r:id="rId3"/>
    <p:sldId id="434" r:id="rId5"/>
    <p:sldId id="435" r:id="rId6"/>
    <p:sldId id="438" r:id="rId7"/>
    <p:sldId id="437" r:id="rId8"/>
    <p:sldId id="439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04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-AI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框架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640205" y="6043295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主处理</a:t>
            </a:r>
            <a:r>
              <a:rPr lang="en-US" altLang="zh-CN" sz="1600" b="1">
                <a:solidFill>
                  <a:schemeClr val="tx1"/>
                </a:solidFill>
              </a:rPr>
              <a:t>(CPU/MEM)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457315" y="6043295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协处理</a:t>
            </a:r>
            <a:r>
              <a:rPr lang="en-US" altLang="zh-CN" sz="1600" b="1">
                <a:solidFill>
                  <a:schemeClr val="tx1"/>
                </a:solidFill>
              </a:rPr>
              <a:t>(*PU/*MEM)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640205" y="5515610"/>
            <a:ext cx="7239635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系统平台</a:t>
            </a:r>
            <a:r>
              <a:rPr lang="en-US" altLang="zh-CN" sz="1600" b="1">
                <a:solidFill>
                  <a:schemeClr val="tx1"/>
                </a:solidFill>
              </a:rPr>
              <a:t>(Linux</a:t>
            </a:r>
            <a:r>
              <a:rPr lang="zh-CN" altLang="en-US" sz="1600" b="1">
                <a:solidFill>
                  <a:schemeClr val="tx1"/>
                </a:solidFill>
              </a:rPr>
              <a:t>内核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用户态运行时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静动工具链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347960" y="1980565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0341610" y="2814320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2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335260" y="4088130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N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774825" y="935355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142105" y="942340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2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309485" y="942340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N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645275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6398260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6137275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1268075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021060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760075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75920" y="708025"/>
            <a:ext cx="9584690" cy="6067425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itle 1"/>
          <p:cNvSpPr>
            <a:spLocks noGrp="1"/>
          </p:cNvSpPr>
          <p:nvPr/>
        </p:nvSpPr>
        <p:spPr>
          <a:xfrm>
            <a:off x="8978265" y="2792095"/>
            <a:ext cx="964565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训练</a:t>
            </a:r>
            <a:endParaRPr lang="zh-CN" altLang="en-US" sz="2000">
              <a:solidFill>
                <a:srgbClr val="00B050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3778885" y="1979930"/>
            <a:ext cx="3328035" cy="29946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AI</a:t>
            </a:r>
            <a:r>
              <a:rPr lang="zh-CN" altLang="en-US" b="1">
                <a:solidFill>
                  <a:schemeClr val="tx1"/>
                </a:solidFill>
              </a:rPr>
              <a:t>框架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pytorch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-AI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框架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05" y="1807210"/>
            <a:ext cx="9091295" cy="338518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1640205" y="6043295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主处理</a:t>
            </a:r>
            <a:r>
              <a:rPr lang="en-US" altLang="zh-CN" sz="1600" b="1">
                <a:solidFill>
                  <a:schemeClr val="tx1"/>
                </a:solidFill>
              </a:rPr>
              <a:t>(CPU/MEM)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457315" y="6043295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协处理</a:t>
            </a:r>
            <a:r>
              <a:rPr lang="en-US" altLang="zh-CN" sz="1600" b="1">
                <a:solidFill>
                  <a:schemeClr val="tx1"/>
                </a:solidFill>
              </a:rPr>
              <a:t>(*PU/*MEM)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640205" y="5515610"/>
            <a:ext cx="7239635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系统平台</a:t>
            </a:r>
            <a:r>
              <a:rPr lang="en-US" altLang="zh-CN" sz="1600" b="1">
                <a:solidFill>
                  <a:schemeClr val="tx1"/>
                </a:solidFill>
              </a:rPr>
              <a:t>(Linux</a:t>
            </a:r>
            <a:r>
              <a:rPr lang="zh-CN" altLang="en-US" sz="1600" b="1">
                <a:solidFill>
                  <a:schemeClr val="tx1"/>
                </a:solidFill>
              </a:rPr>
              <a:t>内核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用户态运行时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静动工具链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347960" y="1980565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0341610" y="2814320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2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335260" y="4088130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N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774825" y="935355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142105" y="942340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2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309485" y="942340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N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645275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6398260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6137275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1268075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021060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760075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75920" y="708025"/>
            <a:ext cx="9584690" cy="6067425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itle 1"/>
          <p:cNvSpPr>
            <a:spLocks noGrp="1"/>
          </p:cNvSpPr>
          <p:nvPr/>
        </p:nvSpPr>
        <p:spPr>
          <a:xfrm>
            <a:off x="8978265" y="2792095"/>
            <a:ext cx="964565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训练</a:t>
            </a:r>
            <a:endParaRPr lang="zh-CN" altLang="en-US" sz="200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1956435" y="3382010"/>
            <a:ext cx="8529320" cy="1184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策略层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1955800" y="4566920"/>
            <a:ext cx="8529320" cy="1443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机制层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-AI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框架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956435" y="875665"/>
            <a:ext cx="8529320" cy="25063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SDK</a:t>
            </a:r>
            <a:r>
              <a:rPr lang="zh-CN" altLang="en-US" sz="2400" b="1">
                <a:solidFill>
                  <a:schemeClr val="tx1"/>
                </a:solidFill>
              </a:rPr>
              <a:t>层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1956435" y="3382010"/>
            <a:ext cx="8529320" cy="1184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策略层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1955800" y="4566920"/>
            <a:ext cx="8529320" cy="1443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机制层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-AI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框架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486660" y="4789805"/>
            <a:ext cx="1955165" cy="911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稳定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999730" y="4789805"/>
            <a:ext cx="189992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可变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7295" y="4338955"/>
            <a:ext cx="7411720" cy="44894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5"/>
                </a:solidFill>
              </a:rPr>
              <a:t>API</a:t>
            </a:r>
            <a:endParaRPr lang="en-US" altLang="zh-CN" b="1">
              <a:solidFill>
                <a:schemeClr val="accent5"/>
              </a:solidFill>
            </a:endParaRPr>
          </a:p>
          <a:p>
            <a:pPr algn="ctr"/>
            <a:endParaRPr lang="en-US" altLang="zh-CN" sz="8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956435" y="875665"/>
            <a:ext cx="8529320" cy="25063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SDK</a:t>
            </a:r>
            <a:r>
              <a:rPr lang="zh-CN" altLang="en-US" sz="2400" b="1">
                <a:solidFill>
                  <a:schemeClr val="tx1"/>
                </a:solidFill>
              </a:rPr>
              <a:t>层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977765" y="4627880"/>
            <a:ext cx="2486025" cy="639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1956435" y="3382010"/>
            <a:ext cx="8529320" cy="1184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策略层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1955800" y="4566920"/>
            <a:ext cx="8529320" cy="1443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机制层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-AI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框架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486660" y="4789805"/>
            <a:ext cx="1955165" cy="911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稳定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999730" y="4789805"/>
            <a:ext cx="1899920" cy="9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可变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7295" y="4338955"/>
            <a:ext cx="7411720" cy="44894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5"/>
                </a:solidFill>
              </a:rPr>
              <a:t>API</a:t>
            </a:r>
            <a:endParaRPr lang="en-US" altLang="zh-CN" b="1">
              <a:solidFill>
                <a:schemeClr val="accent5"/>
              </a:solidFill>
            </a:endParaRPr>
          </a:p>
          <a:p>
            <a:pPr algn="ctr"/>
            <a:endParaRPr lang="en-US" altLang="zh-CN" sz="8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956435" y="875665"/>
            <a:ext cx="8529320" cy="25063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SDK</a:t>
            </a:r>
            <a:r>
              <a:rPr lang="zh-CN" altLang="en-US" sz="2400" b="1">
                <a:solidFill>
                  <a:schemeClr val="tx1"/>
                </a:solidFill>
              </a:rPr>
              <a:t>层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2662555" y="2052320"/>
            <a:ext cx="1725930" cy="5702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历史兼容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105775" y="2052320"/>
            <a:ext cx="1725930" cy="5702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单元测试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381625" y="1692275"/>
            <a:ext cx="1725930" cy="5702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文档协议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381625" y="2473960"/>
            <a:ext cx="1725930" cy="5702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编译构建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607310" y="3228975"/>
            <a:ext cx="7223760" cy="358775"/>
          </a:xfrm>
          <a:prstGeom prst="rect">
            <a:avLst/>
          </a:prstGeom>
          <a:ln w="2857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>
                    <a:lumMod val="50000"/>
                  </a:schemeClr>
                </a:solidFill>
              </a:rPr>
              <a:t>API</a:t>
            </a:r>
            <a:endParaRPr lang="en-US" altLang="zh-CN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977765" y="4627880"/>
            <a:ext cx="2486025" cy="639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-AI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框架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05" y="1807210"/>
            <a:ext cx="9091295" cy="3385185"/>
          </a:xfrm>
          <a:prstGeom prst="rect">
            <a:avLst/>
          </a:prstGeom>
        </p:spPr>
      </p:pic>
      <p:sp>
        <p:nvSpPr>
          <p:cNvPr id="15" name="Rectangles 14"/>
          <p:cNvSpPr/>
          <p:nvPr/>
        </p:nvSpPr>
        <p:spPr>
          <a:xfrm>
            <a:off x="1640205" y="6043295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主处理</a:t>
            </a:r>
            <a:r>
              <a:rPr lang="en-US" altLang="zh-CN" sz="1600" b="1">
                <a:solidFill>
                  <a:schemeClr val="tx1"/>
                </a:solidFill>
              </a:rPr>
              <a:t>(CPU/MEM)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457315" y="6043295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协处理</a:t>
            </a:r>
            <a:r>
              <a:rPr lang="en-US" altLang="zh-CN" sz="1600" b="1">
                <a:solidFill>
                  <a:schemeClr val="tx1"/>
                </a:solidFill>
              </a:rPr>
              <a:t>(*PU/*MEM)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640205" y="5515610"/>
            <a:ext cx="7239635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系统平台</a:t>
            </a:r>
            <a:r>
              <a:rPr lang="en-US" altLang="zh-CN" sz="1600" b="1">
                <a:solidFill>
                  <a:schemeClr val="tx1"/>
                </a:solidFill>
              </a:rPr>
              <a:t>(Linux</a:t>
            </a:r>
            <a:r>
              <a:rPr lang="zh-CN" altLang="en-US" sz="1600" b="1">
                <a:solidFill>
                  <a:schemeClr val="tx1"/>
                </a:solidFill>
              </a:rPr>
              <a:t>内核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用户态运行时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静动工具链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347960" y="1980565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0341610" y="2814320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2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335260" y="4088130"/>
            <a:ext cx="1473200" cy="52768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推理</a:t>
            </a:r>
            <a:r>
              <a:rPr lang="en-US" altLang="zh-CN" sz="1600" b="1">
                <a:solidFill>
                  <a:schemeClr val="tx1"/>
                </a:solidFill>
              </a:rPr>
              <a:t>N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774825" y="935355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142105" y="942340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2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309485" y="942340"/>
            <a:ext cx="1473200" cy="52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</a:rPr>
              <a:t>模型</a:t>
            </a:r>
            <a:r>
              <a:rPr lang="en-US" altLang="zh-CN" sz="1600" b="1">
                <a:solidFill>
                  <a:schemeClr val="tx1"/>
                </a:solidFill>
              </a:rPr>
              <a:t>N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645275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6398260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6137275" y="1127125"/>
            <a:ext cx="127635" cy="118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1268075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021060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760075" y="3661410"/>
            <a:ext cx="127635" cy="11874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75920" y="708025"/>
            <a:ext cx="9584690" cy="6067425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itle 1"/>
          <p:cNvSpPr>
            <a:spLocks noGrp="1"/>
          </p:cNvSpPr>
          <p:nvPr/>
        </p:nvSpPr>
        <p:spPr>
          <a:xfrm>
            <a:off x="8978265" y="2792095"/>
            <a:ext cx="964565" cy="5822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00B050"/>
                </a:solidFill>
              </a:rPr>
              <a:t>训练</a:t>
            </a:r>
            <a:endParaRPr lang="zh-CN" altLang="en-US" sz="200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WPS Presentation</Application>
  <PresentationFormat>宽屏</PresentationFormat>
  <Paragraphs>146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学习架构设计-了解开源案例-AI框架</vt:lpstr>
      <vt:lpstr>学习架构设计-了解开源案例-AI框架</vt:lpstr>
      <vt:lpstr>学习架构设计-了解开源案例-AI框架</vt:lpstr>
      <vt:lpstr>学习架构设计-了解开源案例-AI框架</vt:lpstr>
      <vt:lpstr>学习架构设计-了解开源案例-AI框架</vt:lpstr>
      <vt:lpstr>学习架构设计-了解开源案例-AI框架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674</cp:revision>
  <dcterms:created xsi:type="dcterms:W3CDTF">2026-05-19T03:15:00Z</dcterms:created>
  <dcterms:modified xsi:type="dcterms:W3CDTF">2026-05-19T03:15:00Z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