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09" r:id="rId3"/>
    <p:sldId id="417" r:id="rId4"/>
    <p:sldId id="416" r:id="rId5"/>
    <p:sldId id="415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8"/>
        <p:guide pos="385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9521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运行导向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40906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75650" y="2743200"/>
            <a:ext cx="2416810" cy="868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产出导向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82524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30631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9521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运行导向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40906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75650" y="2743200"/>
            <a:ext cx="2416810" cy="868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产出导向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899660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混合类型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（设计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集测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整调）</a:t>
            </a:r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接口建立：人主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r>
              <a:rPr lang="en-US" altLang="zh-CN" sz="1200" b="1">
                <a:solidFill>
                  <a:schemeClr val="tx1"/>
                </a:solidFill>
              </a:rPr>
              <a:t>(15%)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接口小改：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r>
              <a:rPr lang="en-US" altLang="zh-CN" sz="1200" b="1">
                <a:solidFill>
                  <a:schemeClr val="tx1"/>
                </a:solidFill>
              </a:rPr>
              <a:t>(25%)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接口不变：</a:t>
            </a:r>
            <a:r>
              <a:rPr lang="en-US" altLang="zh-CN" sz="1400" b="1">
                <a:solidFill>
                  <a:srgbClr val="C00000"/>
                </a:solidFill>
              </a:rPr>
              <a:t>AI</a:t>
            </a:r>
            <a:r>
              <a:rPr lang="zh-CN" altLang="en-US" sz="1400" b="1">
                <a:solidFill>
                  <a:srgbClr val="C00000"/>
                </a:solidFill>
              </a:rPr>
              <a:t>主全部</a:t>
            </a:r>
            <a:r>
              <a:rPr lang="en-US" altLang="zh-CN" sz="1200" b="1">
                <a:solidFill>
                  <a:srgbClr val="C00000"/>
                </a:solidFill>
              </a:rPr>
              <a:t>(60%)</a:t>
            </a:r>
            <a:endParaRPr lang="en-US" altLang="zh-CN" sz="1200" b="1">
              <a:solidFill>
                <a:srgbClr val="C0000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412875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人主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（需求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发布）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功能建模：人主全部</a:t>
            </a:r>
            <a:endParaRPr lang="zh-CN" altLang="en-US" sz="1400" b="1">
              <a:solidFill>
                <a:srgbClr val="C00000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使用建模：人主全部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模型表达：人主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373110" y="1011555"/>
            <a:ext cx="2426970" cy="1732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主人辅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实现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单测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局调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代码实现：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单元测例：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异常处理：人主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82524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30631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9521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运行导向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40906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75650" y="2743200"/>
            <a:ext cx="2416810" cy="868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产出导向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899660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混合类型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（设计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集测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整调）</a:t>
            </a:r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接口建立：人主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r>
              <a:rPr lang="en-US" altLang="zh-CN" sz="1200" b="1">
                <a:solidFill>
                  <a:schemeClr val="tx1"/>
                </a:solidFill>
              </a:rPr>
              <a:t>(15%)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接口小改：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r>
              <a:rPr lang="en-US" altLang="zh-CN" sz="1200" b="1">
                <a:solidFill>
                  <a:schemeClr val="tx1"/>
                </a:solidFill>
              </a:rPr>
              <a:t>(25%)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接口不变：</a:t>
            </a:r>
            <a:r>
              <a:rPr lang="en-US" altLang="zh-CN" sz="1400" b="1">
                <a:solidFill>
                  <a:srgbClr val="C00000"/>
                </a:solidFill>
              </a:rPr>
              <a:t>AI</a:t>
            </a:r>
            <a:r>
              <a:rPr lang="zh-CN" altLang="en-US" sz="1400" b="1">
                <a:solidFill>
                  <a:srgbClr val="C00000"/>
                </a:solidFill>
              </a:rPr>
              <a:t>主全部</a:t>
            </a:r>
            <a:r>
              <a:rPr lang="en-US" altLang="zh-CN" sz="1200" b="1">
                <a:solidFill>
                  <a:srgbClr val="C00000"/>
                </a:solidFill>
              </a:rPr>
              <a:t>(60%)</a:t>
            </a:r>
            <a:endParaRPr lang="en-US" altLang="zh-CN" sz="1200" b="1">
              <a:solidFill>
                <a:srgbClr val="C0000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412875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人主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（需求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发布）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功能建模：人主全部</a:t>
            </a:r>
            <a:endParaRPr lang="zh-CN" altLang="en-US" sz="1400" b="1">
              <a:solidFill>
                <a:srgbClr val="C00000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使用建模：人主全部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模型表达：人主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373110" y="1011555"/>
            <a:ext cx="2426970" cy="1732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主人辅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实现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单测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局调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代码实现：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单元测例：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异常处理：人主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82524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30631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741045" y="5654675"/>
            <a:ext cx="3291205" cy="10077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版本管理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时间反序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8084185" y="5659120"/>
            <a:ext cx="3436620" cy="10077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演进规划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时间正序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WPS Presentation</Application>
  <PresentationFormat>宽屏</PresentationFormat>
  <Paragraphs>160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MathJax_Vector</vt:lpstr>
      <vt:lpstr>Office Theme</vt:lpstr>
      <vt:lpstr>学习架构设计-理解体系原理-通用集成模型</vt:lpstr>
      <vt:lpstr>学习架构设计-理解体系原理-AI与人</vt:lpstr>
      <vt:lpstr>学习架构设计-理解体系原理-AI与人</vt:lpstr>
      <vt:lpstr>学习架构设计-理解体系原理-AI与人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713</cp:revision>
  <dcterms:created xsi:type="dcterms:W3CDTF">2026-04-21T13:17:28Z</dcterms:created>
  <dcterms:modified xsi:type="dcterms:W3CDTF">2026-04-21T13:17:28Z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