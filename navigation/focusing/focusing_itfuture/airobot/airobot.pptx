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3"/>
    <p:sldId id="422" r:id="rId4"/>
    <p:sldId id="427" r:id="rId5"/>
    <p:sldId id="426" r:id="rId6"/>
    <p:sldId id="425" r:id="rId7"/>
    <p:sldId id="428" r:id="rId8"/>
    <p:sldId id="430" r:id="rId9"/>
    <p:sldId id="429" r:id="rId10"/>
    <p:sldId id="437" r:id="rId11"/>
    <p:sldId id="438" r:id="rId12"/>
    <p:sldId id="424" r:id="rId13"/>
    <p:sldId id="43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63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612140"/>
            <a:ext cx="10515600" cy="2136140"/>
          </a:xfrm>
        </p:spPr>
        <p:txBody>
          <a:bodyPr/>
          <a:p>
            <a:pPr algn="ctr"/>
            <a:r>
              <a:rPr lang="zh-CN" altLang="en-US" sz="4000">
                <a:solidFill>
                  <a:srgbClr val="00B050"/>
                </a:solidFill>
              </a:rPr>
              <a:t>关注</a:t>
            </a:r>
            <a:r>
              <a:rPr lang="en-US" altLang="zh-CN" sz="4000">
                <a:solidFill>
                  <a:srgbClr val="00B050"/>
                </a:solidFill>
              </a:rPr>
              <a:t>IT</a:t>
            </a:r>
            <a:r>
              <a:rPr lang="zh-CN" altLang="en-US" sz="4000">
                <a:solidFill>
                  <a:srgbClr val="00B050"/>
                </a:solidFill>
              </a:rPr>
              <a:t>发展</a:t>
            </a:r>
            <a:br>
              <a:rPr lang="zh-CN" altLang="en-US" sz="4000">
                <a:solidFill>
                  <a:srgbClr val="00B050"/>
                </a:solidFill>
              </a:rPr>
            </a:br>
            <a:br>
              <a:rPr lang="zh-CN" altLang="en-US" sz="1000">
                <a:solidFill>
                  <a:srgbClr val="00B050"/>
                </a:solidFill>
              </a:rPr>
            </a:br>
            <a:r>
              <a:rPr lang="en-US" altLang="zh-CN" sz="4000">
                <a:solidFill>
                  <a:srgbClr val="00B050"/>
                </a:solidFill>
              </a:rPr>
              <a:t>AI</a:t>
            </a:r>
            <a:r>
              <a:rPr lang="zh-CN" altLang="en-US" sz="4000">
                <a:solidFill>
                  <a:srgbClr val="00B050"/>
                </a:solidFill>
              </a:rPr>
              <a:t>机器人</a:t>
            </a:r>
            <a:endParaRPr lang="zh-CN" altLang="en-US" sz="40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47645"/>
            <a:ext cx="10515600" cy="3475990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基本原理</a:t>
            </a:r>
            <a:endParaRPr lang="zh-CN" altLang="en-US" sz="324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完整模型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裁剪案例</a:t>
            </a:r>
            <a:endParaRPr lang="zh-CN" altLang="en-US" sz="24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基本原理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66775" y="5415280"/>
            <a:ext cx="2825750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实时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慢速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718685" y="5415280"/>
            <a:ext cx="277177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整体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个体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486140" y="5415280"/>
            <a:ext cx="266382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复杂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简单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基本原理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66775" y="5415280"/>
            <a:ext cx="2825750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实时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慢速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718685" y="5415280"/>
            <a:ext cx="277177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整体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个体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486140" y="5415280"/>
            <a:ext cx="266382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复杂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简单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66775" y="5221605"/>
            <a:ext cx="10277475" cy="1771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66775" y="424307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192655" y="423227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51980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84568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15378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47966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8806815" y="423799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132695" y="422719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Rectangles 46"/>
          <p:cNvSpPr/>
          <p:nvPr/>
        </p:nvSpPr>
        <p:spPr>
          <a:xfrm>
            <a:off x="5295265" y="1687830"/>
            <a:ext cx="3669030" cy="8350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基本原理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66775" y="5415280"/>
            <a:ext cx="2825750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实时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慢速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718685" y="5415280"/>
            <a:ext cx="277177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整体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个体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486140" y="5415280"/>
            <a:ext cx="266382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复杂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简单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66775" y="5221605"/>
            <a:ext cx="10277475" cy="1771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66775" y="424307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192655" y="423227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51980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84568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15378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47966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8806815" y="423799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132695" y="422719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6775" y="1698625"/>
            <a:ext cx="1832610" cy="8242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大脑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3066415" y="1687830"/>
            <a:ext cx="1832610" cy="8350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小脑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平衡协处理器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049770" y="1687830"/>
            <a:ext cx="1832610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迷走神经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319895" y="1677035"/>
            <a:ext cx="1832610" cy="8458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器官神经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设备端协处理器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373370" y="16878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中枢神经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Rectangles 46"/>
          <p:cNvSpPr/>
          <p:nvPr/>
        </p:nvSpPr>
        <p:spPr>
          <a:xfrm>
            <a:off x="5295265" y="1687830"/>
            <a:ext cx="3669030" cy="8350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基本原理</a:t>
            </a:r>
            <a:r>
              <a:rPr lang="en-US" altLang="zh-CN">
                <a:solidFill>
                  <a:srgbClr val="00B050"/>
                </a:solidFill>
              </a:rPr>
              <a:t>(</a:t>
            </a:r>
            <a:r>
              <a:rPr lang="zh-CN" altLang="en-US">
                <a:solidFill>
                  <a:srgbClr val="00B050"/>
                </a:solidFill>
              </a:rPr>
              <a:t>使用视角</a:t>
            </a:r>
            <a:r>
              <a:rPr lang="en-US" altLang="zh-CN">
                <a:solidFill>
                  <a:srgbClr val="00B050"/>
                </a:solidFill>
              </a:rPr>
              <a:t>)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66775" y="5415280"/>
            <a:ext cx="2825750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实时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慢速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718685" y="5415280"/>
            <a:ext cx="277177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整体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个体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486140" y="5415280"/>
            <a:ext cx="2663825" cy="7766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复杂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简单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66775" y="5221605"/>
            <a:ext cx="10277475" cy="1771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66775" y="424307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192655" y="423227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51980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84568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实时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153785" y="424053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479665" y="422973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8806815" y="4237990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132695" y="4227195"/>
            <a:ext cx="1012190" cy="978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慢速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局部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简单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6775" y="1698625"/>
            <a:ext cx="1832610" cy="8242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大脑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3066415" y="1687830"/>
            <a:ext cx="1832610" cy="8350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小脑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平衡协处理器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049770" y="1687830"/>
            <a:ext cx="1832610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迷走神经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319895" y="1677035"/>
            <a:ext cx="1832610" cy="8458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器官神经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设备端协处理器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866140" y="2522855"/>
            <a:ext cx="10284460" cy="106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373370" y="16878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中枢神经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66775" y="2622550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小脑负责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器官配合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大脑监控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192655" y="262572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小脑负责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器官配合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大脑监控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3519170" y="262064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小脑配合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器官负责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大脑监控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847590" y="263207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小脑配合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器官负责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大脑监控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6152515" y="262572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大脑负责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器官配合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大脑监控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7484745" y="262064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器官配合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rgbClr val="C00000"/>
                </a:solidFill>
              </a:rPr>
              <a:t>迷走监控</a:t>
            </a:r>
            <a:endParaRPr lang="zh-CN" altLang="en-US" sz="1600" b="1">
              <a:solidFill>
                <a:srgbClr val="C00000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大脑监控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796655" y="2615565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器官负责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大脑监控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10130155" y="2604770"/>
            <a:ext cx="1012190" cy="1617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---------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rgbClr val="C00000"/>
                </a:solidFill>
                <a:sym typeface="+mn-ea"/>
              </a:rPr>
              <a:t>器官负责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中枢调度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迷走监控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大脑监控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s 1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完整模型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实现视角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54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1" name="Straight Arrow Connector 20"/>
          <p:cNvCxnSpPr>
            <a:stCxn id="11" idx="0"/>
            <a:endCxn id="1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0"/>
            <a:endCxn id="1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s 1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完整模型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实现视角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65150" y="1644650"/>
            <a:ext cx="1832610" cy="2605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chemeClr val="tx1"/>
                </a:solidFill>
              </a:rPr>
              <a:t>大脑）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29920" y="1825625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视觉处理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29920" y="240538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听觉处理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29920" y="29959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语言处理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28" idx="3"/>
            <a:endCxn id="18" idx="1"/>
          </p:cNvCxnSpPr>
          <p:nvPr/>
        </p:nvCxnSpPr>
        <p:spPr>
          <a:xfrm flipV="1">
            <a:off x="2397760" y="2943225"/>
            <a:ext cx="1649730" cy="44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7" name="Straight Arrow Connector 36"/>
          <p:cNvCxnSpPr>
            <a:stCxn id="14" idx="0"/>
            <a:endCxn id="18" idx="3"/>
          </p:cNvCxnSpPr>
          <p:nvPr/>
        </p:nvCxnSpPr>
        <p:spPr>
          <a:xfrm flipH="1" flipV="1">
            <a:off x="8050530" y="2943225"/>
            <a:ext cx="590550" cy="21526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0"/>
            <a:endCxn id="1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0"/>
            <a:endCxn id="1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s 1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完整模型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实现视角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65150" y="1644650"/>
            <a:ext cx="1832610" cy="2605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chemeClr val="tx1"/>
                </a:solidFill>
              </a:rPr>
              <a:t>大脑）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9638030" y="2378710"/>
            <a:ext cx="1832610" cy="1147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平衡协处理器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29920" y="1825625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视觉处理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29920" y="240538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听觉处理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29920" y="29959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语言处理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037830" y="5095875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29" idx="1"/>
            <a:endCxn id="18" idx="3"/>
          </p:cNvCxnSpPr>
          <p:nvPr/>
        </p:nvCxnSpPr>
        <p:spPr>
          <a:xfrm flipH="1" flipV="1">
            <a:off x="8050530" y="2943225"/>
            <a:ext cx="1587500" cy="952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3"/>
            <a:endCxn id="18" idx="1"/>
          </p:cNvCxnSpPr>
          <p:nvPr/>
        </p:nvCxnSpPr>
        <p:spPr>
          <a:xfrm flipV="1">
            <a:off x="2397760" y="2943225"/>
            <a:ext cx="1649730" cy="44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s 48"/>
          <p:cNvSpPr/>
          <p:nvPr/>
        </p:nvSpPr>
        <p:spPr>
          <a:xfrm>
            <a:off x="9406890" y="5085080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0" name="Straight Arrow Connector 49"/>
          <p:cNvCxnSpPr>
            <a:stCxn id="49" idx="0"/>
            <a:endCxn id="18" idx="3"/>
          </p:cNvCxnSpPr>
          <p:nvPr/>
        </p:nvCxnSpPr>
        <p:spPr>
          <a:xfrm flipH="1" flipV="1">
            <a:off x="8050530" y="2943225"/>
            <a:ext cx="1959610" cy="21418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s 50"/>
          <p:cNvSpPr/>
          <p:nvPr/>
        </p:nvSpPr>
        <p:spPr>
          <a:xfrm>
            <a:off x="10850880" y="534162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11118215" y="533908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11385550" y="533654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4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7" name="Straight Arrow Connector 36"/>
          <p:cNvCxnSpPr>
            <a:stCxn id="14" idx="0"/>
            <a:endCxn id="18" idx="3"/>
          </p:cNvCxnSpPr>
          <p:nvPr/>
        </p:nvCxnSpPr>
        <p:spPr>
          <a:xfrm flipH="1" flipV="1">
            <a:off x="8050530" y="2943225"/>
            <a:ext cx="590550" cy="21526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0"/>
            <a:endCxn id="1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0"/>
            <a:endCxn id="1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s 1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完整模型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实现视角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65150" y="1644650"/>
            <a:ext cx="1832610" cy="2605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chemeClr val="tx1"/>
                </a:solidFill>
              </a:rPr>
              <a:t>大脑）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9638030" y="2378710"/>
            <a:ext cx="1832610" cy="1147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平衡协处理器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6374130" y="4640580"/>
            <a:ext cx="1308735" cy="889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心神之道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29920" y="1825625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视觉处理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29920" y="240538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听觉处理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29920" y="29959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语言处理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452620" y="4640580"/>
            <a:ext cx="1322070" cy="901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架构局限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037830" y="5095875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29" idx="1"/>
            <a:endCxn id="18" idx="3"/>
          </p:cNvCxnSpPr>
          <p:nvPr/>
        </p:nvCxnSpPr>
        <p:spPr>
          <a:xfrm flipH="1" flipV="1">
            <a:off x="8050530" y="2943225"/>
            <a:ext cx="1587500" cy="952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3"/>
            <a:endCxn id="18" idx="1"/>
          </p:cNvCxnSpPr>
          <p:nvPr/>
        </p:nvCxnSpPr>
        <p:spPr>
          <a:xfrm flipV="1">
            <a:off x="2397760" y="2943225"/>
            <a:ext cx="1649730" cy="44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s 48"/>
          <p:cNvSpPr/>
          <p:nvPr/>
        </p:nvSpPr>
        <p:spPr>
          <a:xfrm>
            <a:off x="9406890" y="5085080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0" name="Straight Arrow Connector 49"/>
          <p:cNvCxnSpPr>
            <a:stCxn id="49" idx="0"/>
            <a:endCxn id="18" idx="3"/>
          </p:cNvCxnSpPr>
          <p:nvPr/>
        </p:nvCxnSpPr>
        <p:spPr>
          <a:xfrm flipH="1" flipV="1">
            <a:off x="8050530" y="2943225"/>
            <a:ext cx="1959610" cy="21418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s 50"/>
          <p:cNvSpPr/>
          <p:nvPr/>
        </p:nvSpPr>
        <p:spPr>
          <a:xfrm>
            <a:off x="10850880" y="534162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11118215" y="533908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11385550" y="533654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4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7" name="Straight Arrow Connector 36"/>
          <p:cNvCxnSpPr>
            <a:stCxn id="14" idx="0"/>
            <a:endCxn id="18" idx="3"/>
          </p:cNvCxnSpPr>
          <p:nvPr/>
        </p:nvCxnSpPr>
        <p:spPr>
          <a:xfrm flipH="1" flipV="1">
            <a:off x="8050530" y="2943225"/>
            <a:ext cx="590550" cy="21526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0"/>
            <a:endCxn id="1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0"/>
            <a:endCxn id="1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s 1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完整模型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实现视角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)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65150" y="1644650"/>
            <a:ext cx="1832610" cy="2605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chemeClr val="tx1"/>
                </a:solidFill>
              </a:rPr>
              <a:t>大脑）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9638030" y="2378710"/>
            <a:ext cx="1832610" cy="1147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平衡协处理器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6374130" y="4640580"/>
            <a:ext cx="1308735" cy="889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心神之道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29920" y="1825625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视觉处理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29920" y="240538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听觉处理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29920" y="299593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语言处理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452620" y="4640580"/>
            <a:ext cx="1322070" cy="901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架构局限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037830" y="5095875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29" idx="1"/>
            <a:endCxn id="18" idx="3"/>
          </p:cNvCxnSpPr>
          <p:nvPr/>
        </p:nvCxnSpPr>
        <p:spPr>
          <a:xfrm flipH="1" flipV="1">
            <a:off x="8050530" y="2943225"/>
            <a:ext cx="1587500" cy="952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3"/>
            <a:endCxn id="18" idx="1"/>
          </p:cNvCxnSpPr>
          <p:nvPr/>
        </p:nvCxnSpPr>
        <p:spPr>
          <a:xfrm flipV="1">
            <a:off x="2397760" y="2943225"/>
            <a:ext cx="1649730" cy="44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s 48"/>
          <p:cNvSpPr/>
          <p:nvPr/>
        </p:nvSpPr>
        <p:spPr>
          <a:xfrm>
            <a:off x="9406890" y="5085080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0" name="Straight Arrow Connector 49"/>
          <p:cNvCxnSpPr>
            <a:stCxn id="49" idx="0"/>
            <a:endCxn id="18" idx="3"/>
          </p:cNvCxnSpPr>
          <p:nvPr/>
        </p:nvCxnSpPr>
        <p:spPr>
          <a:xfrm flipH="1" flipV="1">
            <a:off x="8050530" y="2943225"/>
            <a:ext cx="1959610" cy="21418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s 50"/>
          <p:cNvSpPr/>
          <p:nvPr/>
        </p:nvSpPr>
        <p:spPr>
          <a:xfrm>
            <a:off x="10850880" y="534162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11118215" y="533908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11385550" y="533654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4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5346700" y="5715000"/>
            <a:ext cx="1419860" cy="867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人机交互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键鼠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触屏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串口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良心监控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" name="Straight Arrow Connector 5"/>
          <p:cNvCxnSpPr>
            <a:stCxn id="5" idx="0"/>
            <a:endCxn id="18" idx="2"/>
          </p:cNvCxnSpPr>
          <p:nvPr/>
        </p:nvCxnSpPr>
        <p:spPr>
          <a:xfrm flipH="1" flipV="1">
            <a:off x="6049010" y="4649470"/>
            <a:ext cx="7620" cy="106553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裁剪案例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通用精简</a:t>
            </a:r>
            <a:endParaRPr lang="zh-CN" altLang="en-US">
              <a:solidFill>
                <a:srgbClr val="00B050"/>
              </a:solidFill>
            </a:endParaRPr>
          </a:p>
        </p:txBody>
      </p:sp>
      <p:cxnSp>
        <p:nvCxnSpPr>
          <p:cNvPr id="5" name="Straight Arrow Connector 4"/>
          <p:cNvCxnSpPr>
            <a:stCxn id="34" idx="0"/>
            <a:endCxn id="8" idx="3"/>
          </p:cNvCxnSpPr>
          <p:nvPr/>
        </p:nvCxnSpPr>
        <p:spPr>
          <a:xfrm flipH="1" flipV="1">
            <a:off x="8050530" y="2943225"/>
            <a:ext cx="590550" cy="21526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7" idx="0"/>
            <a:endCxn id="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6" idx="0"/>
            <a:endCxn id="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s 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565150" y="1644650"/>
            <a:ext cx="1832610" cy="2605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智能卡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chemeClr val="tx1"/>
                </a:solidFill>
              </a:rPr>
              <a:t>大脑）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374130" y="4640580"/>
            <a:ext cx="1308735" cy="889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心神之道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29920" y="1825625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视觉处理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29920" y="2405380"/>
            <a:ext cx="1670685" cy="554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听觉处理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4452620" y="4640580"/>
            <a:ext cx="1322070" cy="901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架构局限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8037830" y="5095875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stCxn id="13" idx="3"/>
            <a:endCxn id="8" idx="1"/>
          </p:cNvCxnSpPr>
          <p:nvPr/>
        </p:nvCxnSpPr>
        <p:spPr>
          <a:xfrm flipV="1">
            <a:off x="2397760" y="2943225"/>
            <a:ext cx="1649730" cy="44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s 40"/>
          <p:cNvSpPr/>
          <p:nvPr/>
        </p:nvSpPr>
        <p:spPr>
          <a:xfrm>
            <a:off x="9406890" y="5085080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2" name="Straight Arrow Connector 41"/>
          <p:cNvCxnSpPr>
            <a:stCxn id="41" idx="0"/>
            <a:endCxn id="8" idx="3"/>
          </p:cNvCxnSpPr>
          <p:nvPr/>
        </p:nvCxnSpPr>
        <p:spPr>
          <a:xfrm flipH="1" flipV="1">
            <a:off x="8050530" y="2943225"/>
            <a:ext cx="1959610" cy="21418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s 42"/>
          <p:cNvSpPr/>
          <p:nvPr/>
        </p:nvSpPr>
        <p:spPr>
          <a:xfrm>
            <a:off x="10850880" y="534162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11118215" y="533908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1385550" y="533654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5346700" y="5715000"/>
            <a:ext cx="1419860" cy="867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人机交互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键鼠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触屏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串口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良心监控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5" name="Straight Arrow Connector 54"/>
          <p:cNvCxnSpPr>
            <a:stCxn id="48" idx="0"/>
            <a:endCxn id="8" idx="2"/>
          </p:cNvCxnSpPr>
          <p:nvPr/>
        </p:nvCxnSpPr>
        <p:spPr>
          <a:xfrm flipH="1" flipV="1">
            <a:off x="6049010" y="4649470"/>
            <a:ext cx="7620" cy="106553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机器人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裁剪案例</a:t>
            </a:r>
            <a:endParaRPr lang="zh-CN" altLang="en-US">
              <a:solidFill>
                <a:srgbClr val="00B050"/>
              </a:solidFill>
            </a:endParaRPr>
          </a:p>
        </p:txBody>
      </p:sp>
      <p:cxnSp>
        <p:nvCxnSpPr>
          <p:cNvPr id="5" name="Straight Arrow Connector 4"/>
          <p:cNvCxnSpPr>
            <a:stCxn id="34" idx="0"/>
            <a:endCxn id="8" idx="3"/>
          </p:cNvCxnSpPr>
          <p:nvPr/>
        </p:nvCxnSpPr>
        <p:spPr>
          <a:xfrm flipH="1" flipV="1">
            <a:off x="8050530" y="2943225"/>
            <a:ext cx="590550" cy="21526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7" idx="0"/>
            <a:endCxn id="8" idx="1"/>
          </p:cNvCxnSpPr>
          <p:nvPr/>
        </p:nvCxnSpPr>
        <p:spPr>
          <a:xfrm flipV="1">
            <a:off x="3583305" y="2943225"/>
            <a:ext cx="464185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6" idx="0"/>
            <a:endCxn id="8" idx="1"/>
          </p:cNvCxnSpPr>
          <p:nvPr/>
        </p:nvCxnSpPr>
        <p:spPr>
          <a:xfrm flipV="1">
            <a:off x="2103120" y="2943225"/>
            <a:ext cx="1944370" cy="218503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s 7"/>
          <p:cNvSpPr/>
          <p:nvPr/>
        </p:nvSpPr>
        <p:spPr>
          <a:xfrm>
            <a:off x="4047490" y="1236980"/>
            <a:ext cx="4003040" cy="3412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215765" y="1712595"/>
            <a:ext cx="3669030" cy="14357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MCU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（内部计算）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970270" y="1849120"/>
            <a:ext cx="1832610" cy="781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低功耗协处理器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（迷走神经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374130" y="4640580"/>
            <a:ext cx="1308735" cy="889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心神之道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293870" y="1849755"/>
            <a:ext cx="1670685" cy="7810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CPU/FPU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（狭义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中枢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神经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499870" y="5128260"/>
            <a:ext cx="1206500" cy="1083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摄像设备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2980055" y="5128260"/>
            <a:ext cx="1206500" cy="1071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声音设备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4452620" y="4640580"/>
            <a:ext cx="1322070" cy="901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架构局限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8037830" y="5095875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216400" y="3334385"/>
            <a:ext cx="366141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公共内存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（内部存储）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4226560" y="4003675"/>
            <a:ext cx="3657600" cy="518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各类总线</a:t>
            </a:r>
            <a:r>
              <a:rPr lang="zh-CN" altLang="en-US" sz="1600" b="1">
                <a:solidFill>
                  <a:schemeClr val="tx1"/>
                </a:solidFill>
              </a:rPr>
              <a:t>（内部传输）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9406890" y="5085080"/>
            <a:ext cx="1206500" cy="1115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肢体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协处理器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（器官）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2" name="Straight Arrow Connector 41"/>
          <p:cNvCxnSpPr>
            <a:stCxn id="41" idx="0"/>
            <a:endCxn id="8" idx="3"/>
          </p:cNvCxnSpPr>
          <p:nvPr/>
        </p:nvCxnSpPr>
        <p:spPr>
          <a:xfrm flipH="1" flipV="1">
            <a:off x="8050530" y="2943225"/>
            <a:ext cx="1959610" cy="21418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s 42"/>
          <p:cNvSpPr/>
          <p:nvPr/>
        </p:nvSpPr>
        <p:spPr>
          <a:xfrm>
            <a:off x="10850880" y="534162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11118215" y="533908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1385550" y="5336540"/>
            <a:ext cx="164465" cy="198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Title 1"/>
          <p:cNvSpPr>
            <a:spLocks noGrp="1"/>
          </p:cNvSpPr>
          <p:nvPr/>
        </p:nvSpPr>
        <p:spPr>
          <a:xfrm>
            <a:off x="5171440" y="1322705"/>
            <a:ext cx="1831975" cy="3898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>
                <a:sym typeface="+mn-ea"/>
              </a:rPr>
              <a:t>（广义中枢神经）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5346700" y="5715000"/>
            <a:ext cx="1419860" cy="867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人机交互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键鼠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触屏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串口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良心监控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5" name="Straight Arrow Connector 54"/>
          <p:cNvCxnSpPr>
            <a:stCxn id="48" idx="0"/>
            <a:endCxn id="8" idx="2"/>
          </p:cNvCxnSpPr>
          <p:nvPr/>
        </p:nvCxnSpPr>
        <p:spPr>
          <a:xfrm flipH="1" flipV="1">
            <a:off x="6049010" y="4649470"/>
            <a:ext cx="7620" cy="106553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1859</Words>
  <Application>WPS Presentation</Application>
  <PresentationFormat>宽屏</PresentationFormat>
  <Paragraphs>572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Calibri</vt:lpstr>
      <vt:lpstr>Times New Roman</vt:lpstr>
      <vt:lpstr>MathJax_Vector</vt:lpstr>
      <vt:lpstr>Office Theme</vt:lpstr>
      <vt:lpstr>关注IT发展  AI机器人</vt:lpstr>
      <vt:lpstr>关注IT发展-AI机器人-基本原理(使用视角)</vt:lpstr>
      <vt:lpstr>关注IT发展-AI机器人-基本原理(使用视角)</vt:lpstr>
      <vt:lpstr>关注IT发展-AI机器人-基本原理(使用视角)</vt:lpstr>
      <vt:lpstr>关注IT发展-AI机器人-基本原理(使用视角)</vt:lpstr>
      <vt:lpstr>关注IT发展-AI机器人-完整模型(实现视角)</vt:lpstr>
      <vt:lpstr>关注IT发展-AI机器人-完整模型(实现视角)</vt:lpstr>
      <vt:lpstr>关注IT发展-AI机器人-完整模型(实现视角)</vt:lpstr>
      <vt:lpstr>关注IT发展-AI机器人-完整模型(实现视角)</vt:lpstr>
      <vt:lpstr>关注IT发展-AI机器人-完整模型(实现视角)</vt:lpstr>
      <vt:lpstr>关注IT发展-AI机器人-裁剪案例</vt:lpstr>
      <vt:lpstr>关注IT发展-AI机器人-裁剪案例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741</cp:revision>
  <dcterms:created xsi:type="dcterms:W3CDTF">2026-04-18T01:36:47Z</dcterms:created>
  <dcterms:modified xsi:type="dcterms:W3CDTF">2026-04-18T01:36:47Z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