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3"/>
    <p:sldId id="268" r:id="rId4"/>
    <p:sldId id="279" r:id="rId5"/>
    <p:sldId id="278" r:id="rId6"/>
    <p:sldId id="277" r:id="rId7"/>
    <p:sldId id="274" r:id="rId8"/>
    <p:sldId id="282" r:id="rId9"/>
    <p:sldId id="281" r:id="rId10"/>
    <p:sldId id="280" r:id="rId11"/>
    <p:sldId id="275" r:id="rId12"/>
    <p:sldId id="285" r:id="rId13"/>
    <p:sldId id="284" r:id="rId14"/>
    <p:sldId id="283" r:id="rId15"/>
    <p:sldId id="276" r:id="rId16"/>
    <p:sldId id="288" r:id="rId17"/>
    <p:sldId id="287" r:id="rId18"/>
    <p:sldId id="286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9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949325"/>
            <a:ext cx="10515600" cy="1584325"/>
          </a:xfrm>
        </p:spPr>
        <p:txBody>
          <a:bodyPr/>
          <a:p>
            <a:pPr algn="ctr"/>
            <a:r>
              <a:rPr lang="zh-CN" altLang="en-US" sz="4400">
                <a:solidFill>
                  <a:srgbClr val="00B050"/>
                </a:solidFill>
              </a:rPr>
              <a:t>程序员与职业规划</a:t>
            </a:r>
            <a:endParaRPr lang="en-US" altLang="zh-CN" sz="44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3055620"/>
            <a:ext cx="10515600" cy="3132455"/>
          </a:xfrm>
        </p:spPr>
        <p:txBody>
          <a:bodyPr/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定位定义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价值层面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发展层面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个人层面</a:t>
            </a:r>
            <a:endParaRPr lang="zh-CN" altLang="en-US" sz="36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程序员：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职业规划：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的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程序员：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狭义定义：软件工程中的实现阶段外加一部分设计阶段和测试阶段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广义定义：只要是同计算机进行完整语言级别（含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）交互的人都是程序员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核心定位：是计算机和人之间的纽带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职业规划：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的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程序员：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狭义定义：软件工程中的实现阶段外加一部分设计阶段和测试阶段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广义定义：只要是同计算机进行完整语言级别（含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）交互的人都是程序员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核心定位：是计算机和人之间的纽带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职业规划：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内容（自我评估 + 环境分析 + 目标设定 + 实施策略 + 动态调整），意义（价值层面的外部视角和内部视角）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不同点：</a:t>
            </a:r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给出一些个人层面的一些实践内容，其他两个相互照抄。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不足点：没有明确划分层面和视角，以及内部的各个点。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补充点：层面（</a:t>
            </a:r>
            <a:r>
              <a:rPr lang="zh-CN" altLang="en-US" b="1">
                <a:solidFill>
                  <a:srgbClr val="00B050"/>
                </a:solidFill>
              </a:rPr>
              <a:t>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发展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个人），视角（外部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内部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处理），个人（理论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难点）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个人定义：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原有：原有内容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原有意义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价值层面</a:t>
            </a:r>
            <a:r>
              <a:rPr lang="en-US" altLang="zh-CN" b="1">
                <a:solidFill>
                  <a:srgbClr val="00B050"/>
                </a:solidFill>
              </a:rPr>
              <a:t>)+deepseek</a:t>
            </a:r>
            <a:r>
              <a:rPr lang="zh-CN" altLang="en-US" b="1">
                <a:solidFill>
                  <a:srgbClr val="00B050"/>
                </a:solidFill>
              </a:rPr>
              <a:t>提供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个人层面的实践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新增：发展层面（实现人生价值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促进社会进步）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个人层面的理论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积极产出正价值，尽可能降低副作用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的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程序员：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狭义定义：软件工程中的实现阶段外加一部分设计阶段和测试阶段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广义定义：只要是同计算机进行完整语言级别（含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）交互的人都是程序员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核心定位：是计算机和人之间的纽带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职业规划：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内容（自我评估 + 环境分析 + 目标设定 + 实施策略 + 动态调整），意义（价值层面的外部视角和内部视角）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不同点：</a:t>
            </a:r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给出一些个人层面的一些实践内容，其他两个相互照抄。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不足点：没有明确划分层面和视角，以及内部的各个点。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补充点：层面（</a:t>
            </a:r>
            <a:r>
              <a:rPr lang="zh-CN" altLang="en-US" b="1">
                <a:solidFill>
                  <a:srgbClr val="00B050"/>
                </a:solidFill>
              </a:rPr>
              <a:t>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发展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个人），视角（外部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内部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处理），个人（理论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难点）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个人定义：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原有：原有内容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原有意义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价值层面</a:t>
            </a:r>
            <a:r>
              <a:rPr lang="en-US" altLang="zh-CN" b="1">
                <a:solidFill>
                  <a:srgbClr val="00B050"/>
                </a:solidFill>
              </a:rPr>
              <a:t>)+deepseek</a:t>
            </a:r>
            <a:r>
              <a:rPr lang="zh-CN" altLang="en-US" b="1">
                <a:solidFill>
                  <a:srgbClr val="00B050"/>
                </a:solidFill>
              </a:rPr>
              <a:t>提供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个人层面的实践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新增：发展层面（实现人生价值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促进社会进步）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个人层面的理论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积极产出正价值，尽可能降低副作用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的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外部视角（与）：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行业的视角来看程序员与职业规划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内部视角（看）：程序员的视角来看职业规划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偏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处理方案（的）：程序员处理自己的职业规划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价值层面（当下）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外部视角（与）：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内部视角（看）：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处理方案（的）：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价值层面（当下）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外部视角（与）：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行业产业：如何更有效率地使用计算机来不断提升各行各业的生产效率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普通人员：规划设计开发计算机软硬件产品，来给外部使用；自己是否也想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也能成为程序员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相关人员：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前期：如何更有效地解决问题满足用户的需求；说话能相互听懂；能够分清轻重缓急，清晰地给出预期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后期：排除狭隘思想，不固步自封；更多地尊重和理解其他角色人员，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更有效地同其他角色人员沟通配合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管理：积极进取，不隔离对立；面向价值产出而不是体现个人能力；清晰表达内容，有自己明确的计划和预期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内部视角（看）：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处理方案（的）：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价值层面（当下）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外部视角（与）：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行业产业：如何更有效率地使用计算机来不断提升各行各业的生产效率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普通人员：规划设计开发计算机软硬件产品，来给外部使用；自己是否也想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也能成为程序员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相关人员：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前期：如何更有效地解决问题满足用户的需求；说话能相互听懂；能够分清轻重缓急，清晰地给出预期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后期：排除狭隘思想，不固步自封；更多地尊重和理解其他角色人员，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更有效地同其他角色人员沟通配合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管理：积极进取，不隔离对立；面向价值产出而不是体现个人能力；清晰表达内容，有自己明确的计划和预期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内部视角（看）：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行业产业：自己真正喜好的行业是哪些，是否继续搞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相关的内容，收入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风险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家庭的平衡。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合作配合：如何更有效地与其他相关的不同角色人员进行合作配合，自己是否需要转为其他角色人员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技术内容：后继需要重点学习了解哪方面知识？偏系统，还是偏业务（行业专业知识），还是二者平衡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处理方案（的）：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价值层面（当下）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外部视角（与）：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行业产业：如何更有效率地使用计算机来不断提升各行各业的生产效率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普通人员：规划设计开发计算机软硬件产品，来给外部使用；自己是否也想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也能成为程序员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相关人员：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前期：如何更有效地解决问题满足用户的需求；说话能相互听懂；能够分清轻重缓急，清晰地给出预期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后期：排除狭隘思想，不固步自封；更多地尊重和理解其他角色人员，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更有效地同其他角色人员沟通配合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管理：积极进取，不隔离对立；面向价值产出而不是体现个人能力；清晰表达内容，有自己明确的计划和预期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内部视角（看）：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行业产业：自己真正喜好的行业是哪些，是否继续搞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相关的内容，收入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风险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家庭的平衡。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合作配合：如何更有效地与其他相关的不同角色人员进行合作配合，自己是否需要转为其他角色人员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技术内容：后继需要重点学习了解哪方面知识？偏系统，还是偏业务（行业专业知识），还是二者平衡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处理方案（的）：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结合内部和外部两个视角，外部视角作为最终的改进目标，内部视角作为处理的具体内容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不局限于程序员角色本身，可以多角色互换；在自己的不同阶段可以有不同的角色重点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学习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工作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生活三者相互有机融合，逐步做到自我管理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时间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健康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家庭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，日报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月报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季报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年报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发展层面（未来）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外部视角（与）：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内部视角（看）：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处理方案（的）：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发展层面（未来）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外部视角（与）：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政史定位：以史为鉴，可以知兴衰；时政要闻，温饱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安全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健康。知道自己所处的时代和位置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行业趋势：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发展的外衣目前包装成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，日后全行业都会继续不断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化，各行业都深度绑定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社会发展：低保水平不断提升，工作日不断减少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程序员除外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，不断进行产业结构调整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失业再就业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内部视角（看）：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处理方案（的）：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发展层面（未来）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外部视角（与）：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政史定位：以史为鉴，可以知兴衰；时政要闻，温饱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安全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健康。知道自己所处的时代和位置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行业趋势：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发展的外衣目前包装成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，日后全行业都会继续不断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化，各行业都深度绑定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社会发展：低保水平不断提升，工作日不断减少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程序员除外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，不断进行产业结构调整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失业再就业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内部视角（看）：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调整定位：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广义的程序员成为主流，很多其他行业相关人员也都成为广义的程序员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发展方向：专攻行业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深入系统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教育培养，三者相互结合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人生价值：每个人都是独一无二的，依据资源天赋，持续高效地对外产出正价值，并把副作用降到最低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处理方案（的）：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发展层面（未来）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外部视角（与）：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政史定位：以史为鉴，可以知兴衰；时政要闻，温饱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安全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健康。知道自己所处的时代和位置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行业趋势：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发展的外衣目前包装成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，日后全行业都会继续不断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化，各行业都深度绑定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社会发展：低保水平不断提升，工作日不断减少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程序员除外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，不断进行产业结构调整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失业再就业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内部视角（看）：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调整定位：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广义的程序员成为主流，很多其他行业相关人员也都成为广义的程序员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发展方向：专攻行业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深入系统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教育培养，三者相互结合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人生价值：每个人都是独一无二的，依据资源天赋，持续高效地对外产出正价值，并把副作用降到最低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处理方案（的）：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根据外部视角，结合自己价值层面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当下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的职业规划，确认内部视角的具体内容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根据内部视角，适当调整自己价值层面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当下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的职业规划，使得当下与未来能够有机结合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平衡好短期目标与中长期目标，动态调整相关的资源分配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时间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精力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资金等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个人层面（处理）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理论：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实践：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难点：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个人层面（处理）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理论：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态度：积极面对人生，对外产出正价值，降低副作用；产出的价值要比回报多，否则社会整体不可持续。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学习：各类科普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开拓视野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不局限于</a:t>
            </a:r>
            <a:r>
              <a:rPr lang="en-US" altLang="zh-CN" b="1">
                <a:solidFill>
                  <a:srgbClr val="00B050"/>
                </a:solidFill>
              </a:rPr>
              <a:t>IT)+AI</a:t>
            </a:r>
            <a:r>
              <a:rPr lang="zh-CN" altLang="en-US" b="1">
                <a:solidFill>
                  <a:srgbClr val="00B050"/>
                </a:solidFill>
              </a:rPr>
              <a:t>（辅助处理）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整理总结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例如认真对待日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月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季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年报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合作：尊重理解开放，注重个人信用，与自然和谐相处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实践：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难点：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个人层面（处理）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理论：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态度：积极面对人生，对外产出正价值，降低副作用；产出的价值要比回报多，否则社会整体不可持续。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学习：各类科普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开拓视野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不局限于</a:t>
            </a:r>
            <a:r>
              <a:rPr lang="en-US" altLang="zh-CN" b="1">
                <a:solidFill>
                  <a:srgbClr val="00B050"/>
                </a:solidFill>
              </a:rPr>
              <a:t>IT)+AI</a:t>
            </a:r>
            <a:r>
              <a:rPr lang="zh-CN" altLang="en-US" b="1">
                <a:solidFill>
                  <a:srgbClr val="00B050"/>
                </a:solidFill>
              </a:rPr>
              <a:t>（辅助处理）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整理总结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例如认真对待日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月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季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年报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合作：尊重理解开放，注重个人信用，与自然和谐相处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实践：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确认天赋：每个人都是独一无二的，需要不断在实践中探索尝试总结，最终确认自己的擅长点。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吃苦耐劳：对于实践中的具体内容，每一步都需要做踏实，都需要默默付出；高调做事，低调做人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自我管理：协调管理自己的时间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精力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资金等资源，来平衡好工作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家庭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健康等自己的各类职责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难点：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208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程序员与职业规划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个人层面（处理）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135380"/>
            <a:ext cx="11433810" cy="551688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理论：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态度：积极面对人生，对外产出正价值，降低副作用；产出的价值要比回报多，否则社会整体不可持续。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学习：各类科普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开拓视野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不局限于</a:t>
            </a:r>
            <a:r>
              <a:rPr lang="en-US" altLang="zh-CN" b="1">
                <a:solidFill>
                  <a:srgbClr val="00B050"/>
                </a:solidFill>
              </a:rPr>
              <a:t>IT)+AI</a:t>
            </a:r>
            <a:r>
              <a:rPr lang="zh-CN" altLang="en-US" b="1">
                <a:solidFill>
                  <a:srgbClr val="00B050"/>
                </a:solidFill>
              </a:rPr>
              <a:t>（辅助处理）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整理总结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例如认真对待日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月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季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年报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合作：尊重理解开放，注重个人信用，与自然和谐相处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实践：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确认天赋：每个人都是独一无二的，需要不断在实践中探索尝试总结，最终确认自己的擅长点。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吃苦耐劳：对于实践中的具体内容，每一步都需要做踏实，都需要默默付出；高调做事，低调做人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自我管理：协调管理自己的时间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精力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资金等资源，来平衡好工作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家庭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健康等自己的各类职责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难点：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理论：容易产生投机心理，容易被情绪和短期的波折困扰和误导；多学习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各类科普</a:t>
            </a:r>
            <a:r>
              <a:rPr lang="en-US" altLang="zh-CN" b="1">
                <a:solidFill>
                  <a:srgbClr val="00B050"/>
                </a:solidFill>
              </a:rPr>
              <a:t>+AI+</a:t>
            </a:r>
            <a:r>
              <a:rPr lang="zh-CN" altLang="en-US" b="1">
                <a:solidFill>
                  <a:srgbClr val="00B050"/>
                </a:solidFill>
              </a:rPr>
              <a:t>整理总结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实践：做不到吃苦耐劳和自我管理；不断提升综合素养，社会生活的方方面面都在教育培养每一个人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总结：不以物喜，不以己悲；穷则独善其身，达则兼济天下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3891</Words>
  <Application>WPS Presentation</Application>
  <PresentationFormat>宽屏</PresentationFormat>
  <Paragraphs>265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程序员与黑客</vt:lpstr>
      <vt:lpstr>程序员与黑客-学习培养</vt:lpstr>
      <vt:lpstr>程序员与职业规划-定位定义</vt:lpstr>
      <vt:lpstr>程序员与职业规划-定位定义</vt:lpstr>
      <vt:lpstr>程序员与职业规划-定位定义</vt:lpstr>
      <vt:lpstr>程序员与职业规划-定位定义</vt:lpstr>
      <vt:lpstr>程序员与职业规划-价值层面（当下）</vt:lpstr>
      <vt:lpstr>程序员与职业规划-价值层面（当下）</vt:lpstr>
      <vt:lpstr>程序员与职业规划-价值层面（当下）</vt:lpstr>
      <vt:lpstr>程序员与职业规划-价值层面（当下）</vt:lpstr>
      <vt:lpstr>程序员与职业规划-发展层面（未来）</vt:lpstr>
      <vt:lpstr>程序员与职业规划-发展层面（未来）</vt:lpstr>
      <vt:lpstr>程序员与职业规划-发展层面（未来）</vt:lpstr>
      <vt:lpstr>程序员与职业规划-发展层面（未来）</vt:lpstr>
      <vt:lpstr>程序员与职业规划-个人层面（处理）</vt:lpstr>
      <vt:lpstr>程序员与职业规划-个人层面（处理）</vt:lpstr>
      <vt:lpstr>程序员与职业规划-个人层面（处理）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163</cp:revision>
  <dcterms:created xsi:type="dcterms:W3CDTF">2025-12-13T12:18:10Z</dcterms:created>
  <dcterms:modified xsi:type="dcterms:W3CDTF">2025-12-13T12:18:10Z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