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3"/>
    <p:sldId id="277" r:id="rId4"/>
    <p:sldId id="300" r:id="rId5"/>
    <p:sldId id="299" r:id="rId6"/>
    <p:sldId id="298" r:id="rId7"/>
    <p:sldId id="294" r:id="rId8"/>
    <p:sldId id="303" r:id="rId9"/>
    <p:sldId id="302" r:id="rId10"/>
    <p:sldId id="301" r:id="rId11"/>
    <p:sldId id="296" r:id="rId12"/>
    <p:sldId id="306" r:id="rId13"/>
    <p:sldId id="305" r:id="rId14"/>
    <p:sldId id="304" r:id="rId15"/>
    <p:sldId id="297" r:id="rId16"/>
    <p:sldId id="309" r:id="rId17"/>
    <p:sldId id="308" r:id="rId18"/>
    <p:sldId id="307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9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949325"/>
            <a:ext cx="10515600" cy="158432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程序员与岗位职责</a:t>
            </a:r>
            <a:endParaRPr lang="en-US" altLang="zh-CN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3055620"/>
            <a:ext cx="10515600" cy="313245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定位定义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入公司前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入公司后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未来发展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岗位职责：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岗位职责：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岗位职责：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内容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工作内容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责任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权限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绩效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，都给出了作用和意义，给出了易混淆的其他相关名词的比对。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不同点：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更注重实践细节，千问更注重理论体系化</a:t>
            </a:r>
            <a:r>
              <a:rPr lang="en-US" altLang="zh-CN" sz="1600" b="1">
                <a:solidFill>
                  <a:srgbClr val="00B050"/>
                </a:solidFill>
              </a:rPr>
              <a:t>(SMART+</a:t>
            </a:r>
            <a:r>
              <a:rPr lang="zh-CN" altLang="en-US" sz="1600" b="1">
                <a:solidFill>
                  <a:srgbClr val="00B050"/>
                </a:solidFill>
              </a:rPr>
              <a:t>定位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，豆包最简单有错误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任职要求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不足点：都不完整；千问相对最有价值，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其次，豆包不仅简单还有错误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补充点：千问和</a:t>
            </a:r>
            <a:r>
              <a:rPr lang="en-US" altLang="zh-CN" sz="1800" b="1">
                <a:solidFill>
                  <a:srgbClr val="00B050"/>
                </a:solidFill>
              </a:rPr>
              <a:t>deepseek</a:t>
            </a:r>
            <a:r>
              <a:rPr lang="zh-CN" altLang="en-US" sz="1800" b="1">
                <a:solidFill>
                  <a:srgbClr val="00B050"/>
                </a:solidFill>
              </a:rPr>
              <a:t>相互取长补短，理论上可完整体现全部内容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个人定义：略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岗位职责：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内容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工作内容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责任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权限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绩效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，都给出了作用和意义，给出了易混淆的其他相关名词的比对。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不同点：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更注重实践细节，千问更注重理论体系化</a:t>
            </a:r>
            <a:r>
              <a:rPr lang="en-US" altLang="zh-CN" sz="1600" b="1">
                <a:solidFill>
                  <a:srgbClr val="00B050"/>
                </a:solidFill>
              </a:rPr>
              <a:t>(SMART+</a:t>
            </a:r>
            <a:r>
              <a:rPr lang="zh-CN" altLang="en-US" sz="1600" b="1">
                <a:solidFill>
                  <a:srgbClr val="00B050"/>
                </a:solidFill>
              </a:rPr>
              <a:t>定位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，豆包最简单有错误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任职要求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不足点：都不完整；千问相对最有价值，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其次，豆包不仅简单还有错误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补充点：千问和</a:t>
            </a:r>
            <a:r>
              <a:rPr lang="en-US" altLang="zh-CN" sz="1800" b="1">
                <a:solidFill>
                  <a:srgbClr val="00B050"/>
                </a:solidFill>
              </a:rPr>
              <a:t>deepseek</a:t>
            </a:r>
            <a:r>
              <a:rPr lang="zh-CN" altLang="en-US" sz="1800" b="1">
                <a:solidFill>
                  <a:srgbClr val="00B050"/>
                </a:solidFill>
              </a:rPr>
              <a:t>相互取长补短，理论上可完整体现全部内容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个人定义：略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行业的视角来看程序员与岗位职责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内部视角（看）：程序员的视角来看岗位职责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偏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处理方案（的）：程序员处理自己的岗位职责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入公司前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公司需求：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入公司前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公司需求：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明面指标：职位名称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工作内容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能力要求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技术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非技术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实际操作：匹配对口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物美价廉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安全可靠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隐性妥协：不拘于形式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不拘于地域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没有成见，但形式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成见本身是有一定的合理性的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入公司前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公司需求：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明面指标：职位名称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工作内容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能力要求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技术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非技术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实际操作：匹配对口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物美价廉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安全可靠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隐性妥协：不拘于形式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不拘于地域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没有成见，但形式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成见本身是有一定的合理性的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明面指标：个人发展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收入水平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工作环境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主观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客观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实际操作：匹配对口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活轻价高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安全可靠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隐性妥协：不拘于形式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不拘于头衔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没有成见，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但形式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成见本身是有一定的合理性的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入公司前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公司需求：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明面指标：职位名称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工作内容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能力要求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技术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非技术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实际操作：匹配对口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物美价廉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安全可靠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隐性妥协：不拘于形式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不拘于地域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没有成见，但形式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地域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成见本身是有一定的合理性的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明面指标：个人发展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收入水平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工作环境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主观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客观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实际操作：匹配对口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活轻价高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安全可靠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隐性妥协：不拘于形式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不拘于头衔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没有成见，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但形式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成见本身是有一定的合理性的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拓展渠道：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匹配对口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不拘于形式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直接对接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</a:t>
            </a:r>
            <a:r>
              <a:rPr lang="en-US" altLang="zh-CN" b="1">
                <a:solidFill>
                  <a:srgbClr val="00B050"/>
                </a:solidFill>
              </a:rPr>
              <a:t>boss</a:t>
            </a:r>
            <a:r>
              <a:rPr lang="zh-CN" altLang="en-US" b="1">
                <a:solidFill>
                  <a:srgbClr val="00B050"/>
                </a:solidFill>
              </a:rPr>
              <a:t>直聘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，朋友介绍，公共渠道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网络视频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开源贡献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产品品牌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兼职网，兼职中介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积累信用：安全可靠；企业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个人的背景积累，明面指标的信用体现，合作时的先走一步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清除成见：没有成见；排除中间非必要渠道环节，注重相互试用环节，排除自己心中的成见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入公司后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入公司后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需求设计：可行性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可测性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前期管理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计划制定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实现测试：开发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调试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单元测试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集成测试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沟通交流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发布维护：环境搭建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解释说明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后期管理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计划制订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入公司后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需求设计：可行性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可测性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前期管理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计划制定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实现测试：开发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调试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单元测试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集成测试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沟通交流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发布维护：环境搭建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解释说明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后期管理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计划制订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前期：产品</a:t>
            </a:r>
            <a:r>
              <a:rPr lang="en-US" altLang="zh-CN" sz="1800" b="1">
                <a:solidFill>
                  <a:srgbClr val="00B050"/>
                </a:solidFill>
              </a:rPr>
              <a:t>/UE/</a:t>
            </a:r>
            <a:r>
              <a:rPr lang="zh-CN" altLang="en-US" sz="1800" b="1">
                <a:solidFill>
                  <a:srgbClr val="00B050"/>
                </a:solidFill>
              </a:rPr>
              <a:t>售后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支持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售前支持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后期：开发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r>
              <a:rPr lang="en-US" altLang="zh-CN" sz="1800" b="1">
                <a:solidFill>
                  <a:srgbClr val="00B050"/>
                </a:solidFill>
              </a:rPr>
              <a:t>/UI/</a:t>
            </a:r>
            <a:r>
              <a:rPr lang="zh-CN" altLang="en-US" sz="1800" b="1">
                <a:solidFill>
                  <a:srgbClr val="00B050"/>
                </a:solidFill>
              </a:rPr>
              <a:t>业务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专家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架构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黑客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管理：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研发管理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项目管理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入公司后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需求设计：可行性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可测性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前期管理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计划制定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实现测试：开发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调试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单元测试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集成测试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沟通交流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发布维护：环境搭建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解释说明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后期管理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视角转译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事件管理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计划制订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前期：产品</a:t>
            </a:r>
            <a:r>
              <a:rPr lang="en-US" altLang="zh-CN" sz="1800" b="1">
                <a:solidFill>
                  <a:srgbClr val="00B050"/>
                </a:solidFill>
              </a:rPr>
              <a:t>/UE/</a:t>
            </a:r>
            <a:r>
              <a:rPr lang="zh-CN" altLang="en-US" sz="1800" b="1">
                <a:solidFill>
                  <a:srgbClr val="00B050"/>
                </a:solidFill>
              </a:rPr>
              <a:t>售后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支持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售前支持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后期：开发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r>
              <a:rPr lang="en-US" altLang="zh-CN" sz="1800" b="1">
                <a:solidFill>
                  <a:srgbClr val="00B050"/>
                </a:solidFill>
              </a:rPr>
              <a:t>/UI/</a:t>
            </a:r>
            <a:r>
              <a:rPr lang="zh-CN" altLang="en-US" sz="1800" b="1">
                <a:solidFill>
                  <a:srgbClr val="00B050"/>
                </a:solidFill>
              </a:rPr>
              <a:t>业务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专家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架构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黑客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管理：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研发管理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项目管理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理解尊重：不同视角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前期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后期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管理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，职责与配合，流程与特例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态度积极：合作非对抗，价值非技术，战略防御结合战术进攻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关注发展：职位兼职，跨出公司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，职业规划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企业规划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未来发展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53033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工作范畴：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未来发展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53033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工作范畴：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公司内：程序员是主职，外加公司内其他职位兼职，成为主流；跨地域也越来越普遍。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公司间：跨公司兼职人员越来越普遍；跨地域也越来越普遍。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行业间：全行业都与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紧密关联，程序员和岗位职责不再只是局限于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行业范围。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未来发展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53033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工作范畴：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公司内：程序员是主职，外加公司内其他职位兼职，成为主流；跨地域也越来越普遍。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公司间：跨公司兼职人员越来越普遍；跨地域也越来越普遍。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行业间：全行业都与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紧密关联，程序员和岗位职责不再只是局限于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行业范围。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信用：重要性持续增强，无论是个人还是企业都越来越重视自己和对方的信用。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价值：投机性企业和个人持续产生和淘汰，只有对社会产出正价值且副作用低的企业和个人才会长期存在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对口：需求对口程度会越来越宽泛，人和企业的学习和适应能力越来越得到重视，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辅助作用持续放大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程序员与岗位职责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未来发展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53033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工作范畴：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公司内：程序员是主职，外加公司内其他职位兼职，成为主流；跨地域也越来越普遍。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公司间：跨公司兼职人员越来越普遍；跨地域也越来越普遍。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行业间：全行业都与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紧密关联，程序员和岗位职责不再只是局限于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行业范围。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合作配合：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信用：重要性持续增强，无论是个人还是企业都越来越重视自己和对方的信用。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价值：投机性企业和个人持续产生和淘汰，只有对社会产出正价值且副作用低的企业和个人才会长期存在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对口：需求对口程度会越来越宽泛，人和企业的学习和适应能力越来越得到重视，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辅助作用持续放大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态度：主动与科技交互沟通，乐于同自然和谐相处；尊重、理解、开放，促进社会价值产出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行动：高调做事，低调做人；做好分内事，对外多支持；多适应体验不同的职位岗位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规划：参见程序员与职业规划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价值层面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发展层面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个人层面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2885</Words>
  <Application>WPS Presentation</Application>
  <PresentationFormat>宽屏</PresentationFormat>
  <Paragraphs>242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程序员与职业规划</vt:lpstr>
      <vt:lpstr>程序员与职业规划-定位定义</vt:lpstr>
      <vt:lpstr>程序员与岗位职责-定位定义</vt:lpstr>
      <vt:lpstr>程序员与岗位职责-定位定义</vt:lpstr>
      <vt:lpstr>程序员与岗位职责-定位定义</vt:lpstr>
      <vt:lpstr>程序员与岗位职责-定位定义</vt:lpstr>
      <vt:lpstr>程序员与岗位职责-入公司前</vt:lpstr>
      <vt:lpstr>程序员与岗位职责-入公司前</vt:lpstr>
      <vt:lpstr>程序员与岗位职责-入公司前</vt:lpstr>
      <vt:lpstr>程序员与岗位职责-入公司前</vt:lpstr>
      <vt:lpstr>程序员与岗位职责-入公司后</vt:lpstr>
      <vt:lpstr>程序员与岗位职责-入公司后</vt:lpstr>
      <vt:lpstr>程序员与岗位职责-入公司后</vt:lpstr>
      <vt:lpstr>程序员与岗位职责-入公司前</vt:lpstr>
      <vt:lpstr>程序员与岗位职责-未来发展</vt:lpstr>
      <vt:lpstr>程序员与岗位职责-未来发展</vt:lpstr>
      <vt:lpstr>程序员与岗位职责-未来发展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225</cp:revision>
  <dcterms:created xsi:type="dcterms:W3CDTF">2025-12-20T16:07:13Z</dcterms:created>
  <dcterms:modified xsi:type="dcterms:W3CDTF">2025-12-20T16:07:13Z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