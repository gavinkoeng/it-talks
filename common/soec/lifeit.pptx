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444" r:id="rId3"/>
    <p:sldId id="460" r:id="rId5"/>
    <p:sldId id="459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5"/>
        <p:guide pos="381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5254625" y="173355"/>
            <a:ext cx="167830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生命与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2429510" y="5339715"/>
            <a:ext cx="7238365" cy="12979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硬件固件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肉身器官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软禁式生存权，本地物质载体，物理生存调度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2429510" y="4250055"/>
            <a:ext cx="7238365" cy="1089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基础系统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意识情感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物理统计涌现，本地数据存储，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本能</a:t>
            </a:r>
            <a:r>
              <a:rPr lang="zh-CN" altLang="en-US" sz="1400" b="1">
                <a:solidFill>
                  <a:schemeClr val="tx1"/>
                </a:solidFill>
              </a:rPr>
              <a:t>利益调度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5254625" y="173355"/>
            <a:ext cx="167830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生命与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2429510" y="5339715"/>
            <a:ext cx="7238365" cy="12979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硬件固件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肉身器官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软禁式生存权，本地物质载体，物理生存调度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2429510" y="4250055"/>
            <a:ext cx="7238365" cy="1089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基础系统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意识情感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物理统计涌现，本地数据存储，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本能</a:t>
            </a:r>
            <a:r>
              <a:rPr lang="zh-CN" altLang="en-US" sz="1400" b="1">
                <a:solidFill>
                  <a:schemeClr val="tx1"/>
                </a:solidFill>
              </a:rPr>
              <a:t>利益调度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2429510" y="2995930"/>
            <a:ext cx="7238365" cy="12541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应用软件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人类精神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免费式管理权，云端数据存储，因果考核调度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1002030" y="2996565"/>
            <a:ext cx="1427480" cy="36417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人机交互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良心监控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9667875" y="2996565"/>
            <a:ext cx="1428115" cy="36417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远程链接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心神之道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5254625" y="173355"/>
            <a:ext cx="167830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生命与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2429510" y="5339715"/>
            <a:ext cx="7238365" cy="12979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硬件固件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肉身器官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软禁式生存权，本地物质载体，物理生存调度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2429510" y="4250055"/>
            <a:ext cx="7238365" cy="1089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基础系统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意识情感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物理统计涌现，本地数据存储，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本能</a:t>
            </a:r>
            <a:r>
              <a:rPr lang="zh-CN" altLang="en-US" sz="1400" b="1">
                <a:solidFill>
                  <a:schemeClr val="tx1"/>
                </a:solidFill>
              </a:rPr>
              <a:t>利益调度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2429510" y="2995930"/>
            <a:ext cx="7238365" cy="12541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应用软件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人类精神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免费式管理权，云端数据存储，因果考核调度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1002030" y="2996565"/>
            <a:ext cx="1427480" cy="36417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人机交互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良心监控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9667875" y="2996565"/>
            <a:ext cx="1428115" cy="36417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远程链接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心神之道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7997190" y="1047750"/>
            <a:ext cx="3098800" cy="7467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云端管理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心神家园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1002030" y="1047750"/>
            <a:ext cx="3098800" cy="7467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本地人员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良心使者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1728470" y="1800860"/>
            <a:ext cx="5080" cy="1186815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10379710" y="1794510"/>
            <a:ext cx="5080" cy="1186815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</Words>
  <Application>WPS Presentation</Application>
  <PresentationFormat>宽屏</PresentationFormat>
  <Paragraphs>56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DejaVu Sans</vt:lpstr>
      <vt:lpstr>文泉驿正黑</vt:lpstr>
      <vt:lpstr>Arial Black</vt:lpstr>
      <vt:lpstr>微软雅黑</vt:lpstr>
      <vt:lpstr>宋体</vt:lpstr>
      <vt:lpstr>Arial Unicode MS</vt:lpstr>
      <vt:lpstr>MathJax_Vector</vt:lpstr>
      <vt:lpstr>Office Theme</vt:lpstr>
      <vt:lpstr>生命与IT</vt:lpstr>
      <vt:lpstr>生命与IT</vt:lpstr>
      <vt:lpstr>生命与IT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800</cp:revision>
  <dcterms:created xsi:type="dcterms:W3CDTF">2026-06-27T00:32:09Z</dcterms:created>
  <dcterms:modified xsi:type="dcterms:W3CDTF">2026-06-27T00:32:09Z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