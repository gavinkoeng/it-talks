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413" r:id="rId3"/>
    <p:sldId id="448" r:id="rId5"/>
    <p:sldId id="447" r:id="rId6"/>
    <p:sldId id="444" r:id="rId7"/>
    <p:sldId id="455" r:id="rId8"/>
    <p:sldId id="454" r:id="rId9"/>
    <p:sldId id="443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5"/>
        <p:guide pos="384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30" y="3144520"/>
            <a:ext cx="4876165" cy="109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通用框架（通用经济学）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033260" y="3138805"/>
            <a:ext cx="4973955" cy="111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各类业务平台（细分经济学）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30" y="3144520"/>
            <a:ext cx="4876165" cy="109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通用框架（通用经济学）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033260" y="3138805"/>
            <a:ext cx="3486150" cy="111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各类业务平台（细分经济学）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0668635" y="1163955"/>
            <a:ext cx="1454785" cy="483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具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链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^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v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668635" y="1163955"/>
            <a:ext cx="1454785" cy="483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具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链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^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v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20420" y="50920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个人与自然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空间向外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325945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个人与他人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空间交界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53808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个人与自身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30" y="3144520"/>
            <a:ext cx="4876165" cy="109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通用框架（通用经济学）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033260" y="3138805"/>
            <a:ext cx="3486150" cy="111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各类业务平台（细分经济学）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668635" y="1163955"/>
            <a:ext cx="1454785" cy="483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具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链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^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v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20420" y="50920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个人与自然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空间向外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325945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个人与他人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空间交界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53808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个人与自身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30" y="3144520"/>
            <a:ext cx="4876165" cy="109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通用框架（通用经济学）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033260" y="3138805"/>
            <a:ext cx="3486150" cy="111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各类业务平台（细分经济学）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83210" y="353060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个人与发展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时序向前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01190" y="35299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个人与分配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时序当下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09645" y="353060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个人与积累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时序向后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301865" y="3668395"/>
            <a:ext cx="1149350" cy="402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政治经济学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599170" y="3665855"/>
            <a:ext cx="1149350" cy="402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战时经济学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9890760" y="381317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027920" y="380809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0154920" y="381317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668635" y="1163955"/>
            <a:ext cx="1454785" cy="483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具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链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^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文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v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20420" y="50920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个人与自然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空间向外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325945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个人与他人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空间交界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53808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个人与自身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30" y="3144520"/>
            <a:ext cx="4876165" cy="109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通用框架（通用经济学）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033260" y="3138805"/>
            <a:ext cx="3486150" cy="111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各类业务平台（细分经济学）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83210" y="353060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个人与发展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时序向前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01190" y="35299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个人与分配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时序当下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09645" y="353060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个人与积累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时序向后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301865" y="3668395"/>
            <a:ext cx="1149350" cy="402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政治经济学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599170" y="3665855"/>
            <a:ext cx="1149350" cy="402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战时经济学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9890760" y="381317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027920" y="380809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0154920" y="381317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20420" y="167259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个人与时代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时序向后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259455" y="167132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个人与处世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时序当下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538085" y="168592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个人与政策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时序向前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6285" y="92075"/>
            <a:ext cx="6184900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个体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经济</a:t>
            </a:r>
            <a:r>
              <a:rPr lang="en-US" altLang="zh-CN">
                <a:solidFill>
                  <a:srgbClr val="00B050"/>
                </a:solidFill>
              </a:rPr>
              <a:t> </a:t>
            </a:r>
            <a:r>
              <a:rPr lang="zh-CN" altLang="en-US">
                <a:solidFill>
                  <a:srgbClr val="00B050"/>
                </a:solidFill>
              </a:rPr>
              <a:t>社会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误区分类</a:t>
            </a:r>
            <a:r>
              <a:rPr lang="en-US" altLang="zh-CN">
                <a:solidFill>
                  <a:srgbClr val="00B050"/>
                </a:solidFill>
              </a:rPr>
              <a:t> - </a:t>
            </a:r>
            <a:r>
              <a:rPr lang="zh-CN" altLang="en-US">
                <a:solidFill>
                  <a:srgbClr val="00B050"/>
                </a:solidFill>
              </a:rPr>
              <a:t>架构设计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72390" y="6002020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硬件层（客观）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76200" y="760095"/>
            <a:ext cx="1205738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应用层（生活）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72390" y="4789805"/>
            <a:ext cx="12057380" cy="12122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系统层（个体）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72390" y="1443355"/>
            <a:ext cx="12057380" cy="11245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交互层（社会）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2390" y="3078480"/>
            <a:ext cx="12057380" cy="1231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业务层（经济）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668635" y="1163955"/>
            <a:ext cx="1454785" cy="48374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工</a:t>
            </a:r>
            <a:r>
              <a:rPr lang="en-US" altLang="zh-CN" b="1">
                <a:solidFill>
                  <a:schemeClr val="tx1"/>
                </a:solidFill>
              </a:rPr>
              <a:t>   </a:t>
            </a:r>
            <a:r>
              <a:rPr lang="zh-CN" altLang="en-US" b="1">
                <a:solidFill>
                  <a:schemeClr val="tx1"/>
                </a:solidFill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具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。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链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</a:rPr>
              <a:t>^    .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文</a:t>
            </a:r>
            <a:r>
              <a:rPr lang="en-US" altLang="zh-CN" b="1">
                <a:solidFill>
                  <a:schemeClr val="tx1"/>
                </a:solidFill>
              </a:rPr>
              <a:t>    .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明</a:t>
            </a:r>
            <a:r>
              <a:rPr lang="en-US" altLang="zh-CN" b="1">
                <a:solidFill>
                  <a:schemeClr val="tx1"/>
                </a:solidFill>
              </a:rPr>
              <a:t>    .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v</a:t>
            </a:r>
            <a:r>
              <a:rPr lang="en-US" altLang="zh-CN" b="1">
                <a:solidFill>
                  <a:schemeClr val="tx1"/>
                </a:solidFill>
              </a:rPr>
              <a:t>    .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20420" y="50920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个人与自然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空间向外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325945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个人与他人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空间交界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538085" y="507111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个人与自身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空间向内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89230" y="3144520"/>
            <a:ext cx="4876165" cy="109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通用框架（通用经济学）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7033260" y="3138805"/>
            <a:ext cx="3486150" cy="111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各类业务平台（细分经济学）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83210" y="353060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个人与发展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时序向前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1901190" y="352996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个人与分配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时序当下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09645" y="353060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个人与积累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时序向后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7301865" y="3668395"/>
            <a:ext cx="1149350" cy="402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政治经济学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599170" y="3665855"/>
            <a:ext cx="1149350" cy="4025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战时经济学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9890760" y="381317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027920" y="380809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0154920" y="3813175"/>
            <a:ext cx="76200" cy="76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20420" y="167259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个人与时代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时序向后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259455" y="1671320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个人与处世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时序当下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7538085" y="1685925"/>
            <a:ext cx="1483360" cy="6496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个人与政策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时序向前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1492230" y="1972310"/>
            <a:ext cx="448310" cy="32594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个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与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文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明</a:t>
            </a:r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WPS Presentation</Application>
  <PresentationFormat>宽屏</PresentationFormat>
  <Paragraphs>307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DejaVu Sans</vt:lpstr>
      <vt:lpstr>文泉驿正黑</vt:lpstr>
      <vt:lpstr>Arial Black</vt:lpstr>
      <vt:lpstr>微软雅黑</vt:lpstr>
      <vt:lpstr>宋体</vt:lpstr>
      <vt:lpstr>Arial Unicode MS</vt:lpstr>
      <vt:lpstr>MathJax_Vector</vt:lpstr>
      <vt:lpstr>Office Theme</vt:lpstr>
      <vt:lpstr>个体 经济 社会 - 误区分类 - 架构设计</vt:lpstr>
      <vt:lpstr>个体 经济 社会 - 误区分类 - 架构设计</vt:lpstr>
      <vt:lpstr>个体 经济 社会 - 误区分类 - 架构设计</vt:lpstr>
      <vt:lpstr>个体 经济 社会 - 误区分类 - 架构设计</vt:lpstr>
      <vt:lpstr>个体 经济 社会 - 误区分类 - 架构设计</vt:lpstr>
      <vt:lpstr>个体 经济 社会 - 误区分类 - 架构设计</vt:lpstr>
      <vt:lpstr>个体 经济 社会 - 误区分类 - 架构设计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777</cp:revision>
  <dcterms:created xsi:type="dcterms:W3CDTF">2026-06-23T14:52:01Z</dcterms:created>
  <dcterms:modified xsi:type="dcterms:W3CDTF">2026-06-23T14:52:01Z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