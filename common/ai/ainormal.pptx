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031105" y="808990"/>
            <a:ext cx="2366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chemeClr val="bg1"/>
                </a:solidFill>
              </a:rPr>
              <a:t>AI</a:t>
            </a:r>
            <a:r>
              <a:rPr lang="zh-CN" altLang="en-US" sz="4000" b="1">
                <a:solidFill>
                  <a:schemeClr val="bg1"/>
                </a:solidFill>
              </a:rPr>
              <a:t>与文明</a:t>
            </a:r>
            <a:endParaRPr lang="zh-CN" altLang="en-US" sz="40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64865" y="1724660"/>
            <a:ext cx="635825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>
                <a:solidFill>
                  <a:srgbClr val="00B050"/>
                </a:solidFill>
              </a:rPr>
              <a:t>主观局限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人际信任不足，相处间防备，AI重塑协作模式，打破原有平衡</a:t>
            </a:r>
            <a:endParaRPr lang="en-US" altLang="zh-CN" sz="14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对社会缺信赖，对规则发展存顾虑，AI加速秩序重构，</a:t>
            </a:r>
            <a:r>
              <a:rPr lang="zh-CN" altLang="en-US" sz="1400" b="1">
                <a:solidFill>
                  <a:srgbClr val="FFFF00"/>
                </a:solidFill>
              </a:rPr>
              <a:t>引入</a:t>
            </a:r>
            <a:r>
              <a:rPr lang="en-US" altLang="zh-CN" sz="1400" b="1">
                <a:solidFill>
                  <a:srgbClr val="FFFF00"/>
                </a:solidFill>
              </a:rPr>
              <a:t>不安</a:t>
            </a:r>
            <a:endParaRPr lang="en-US" altLang="zh-CN" sz="14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难以接纳无法掌控的事物，AI遵循客观规律演进，无法全然把控</a:t>
            </a:r>
            <a:endParaRPr lang="en-US" altLang="zh-CN" sz="1200" b="1">
              <a:solidFill>
                <a:srgbClr val="FFFF00"/>
              </a:solidFill>
            </a:endParaRPr>
          </a:p>
          <a:p>
            <a:endParaRPr lang="zh-CN" sz="16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客观成因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人际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间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夹杂利益矛盾，AI提升行为透明度，压缩周旋空间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群体纷争对立常态化，外部环境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动荡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，AI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加速外部变化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等级资历观念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牢固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，AI秉持平等运行逻辑，颠覆阶层认知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endParaRPr lang="zh-CN" sz="16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处理方案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摒弃投机思维，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导向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创造价值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；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深耕本职工作，简化协作关系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；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高效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使用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AI</a:t>
            </a:r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恪守本分，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远离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纷争，尊重不同发展模式。学习精进，灵活调整，顺应时代</a:t>
            </a:r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客观规律面前人类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无比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渺小。万物规律支撑人存续发展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，等级攀比本无意义</a:t>
            </a:r>
            <a:endParaRPr lang="zh-CN" altLang="en-US" sz="1200" b="1">
              <a:solidFill>
                <a:srgbClr val="FFFF00"/>
              </a:solidFill>
              <a:sym typeface="+mn-ea"/>
            </a:endParaRPr>
          </a:p>
          <a:p>
            <a:endParaRPr lang="zh-CN" altLang="en-US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bg1"/>
                </a:solidFill>
                <a:sym typeface="+mn-ea"/>
              </a:rPr>
              <a:t>总结：客观规律之一，AI强大但不能自主需求，只能服务于人</a:t>
            </a:r>
            <a:endParaRPr lang="zh-CN" altLang="en-US" sz="1600" b="1">
              <a:solidFill>
                <a:schemeClr val="bg1"/>
              </a:solidFill>
              <a:sym typeface="+mn-ea"/>
            </a:endParaRPr>
          </a:p>
          <a:p>
            <a:r>
              <a:rPr lang="zh-CN" altLang="en-US" sz="1600" b="1">
                <a:solidFill>
                  <a:schemeClr val="bg1"/>
                </a:solidFill>
                <a:sym typeface="+mn-ea"/>
              </a:rPr>
              <a:t>人总结：实事求是，尊重客观规律，以正价值导向，从容面对变革</a:t>
            </a:r>
            <a:endParaRPr lang="zh-CN" altLang="en-US" sz="16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WPS Presentation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DejaVu Sans</vt:lpstr>
      <vt:lpstr>Arial Black</vt:lpstr>
      <vt:lpstr>微软雅黑</vt:lpstr>
      <vt:lpstr>Droid Sans Fallback</vt:lpstr>
      <vt:lpstr>宋体</vt:lpstr>
      <vt:lpstr>Arial Unicode MS</vt:lpstr>
      <vt:lpstr>MathJax_Vector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16</cp:revision>
  <dcterms:created xsi:type="dcterms:W3CDTF">2026-05-25T15:56:05Z</dcterms:created>
  <dcterms:modified xsi:type="dcterms:W3CDTF">2026-05-25T15:56:05Z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