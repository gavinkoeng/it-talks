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868045"/>
            <a:ext cx="10515600" cy="960120"/>
          </a:xfrm>
        </p:spPr>
        <p:txBody>
          <a:bodyPr/>
          <a:p>
            <a:pPr algn="ctr"/>
            <a:r>
              <a:rPr lang="zh-CN" altLang="en-US" sz="4000">
                <a:solidFill>
                  <a:schemeClr val="accent6"/>
                </a:solidFill>
              </a:rPr>
              <a:t>运行时分析</a:t>
            </a:r>
            <a:endParaRPr lang="zh-CN" altLang="en-US" sz="4000"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2480310"/>
            <a:ext cx="10515600" cy="3337560"/>
          </a:xfrm>
        </p:spPr>
        <p:txBody>
          <a:bodyPr/>
          <a:p>
            <a:pPr algn="ctr"/>
            <a:r>
              <a:rPr lang="zh-CN" altLang="en-US" sz="3200" b="1">
                <a:solidFill>
                  <a:schemeClr val="accent6"/>
                </a:solidFill>
              </a:rPr>
              <a:t>整体概述</a:t>
            </a:r>
            <a:endParaRPr lang="zh-CN" altLang="en-US" sz="3200" b="1">
              <a:solidFill>
                <a:schemeClr val="accent6"/>
              </a:solidFill>
            </a:endParaRPr>
          </a:p>
          <a:p>
            <a:pPr algn="ctr"/>
            <a:r>
              <a:rPr lang="zh-CN" altLang="en-US" sz="3200" b="1">
                <a:solidFill>
                  <a:schemeClr val="accent6"/>
                </a:solidFill>
              </a:rPr>
              <a:t>具体内容</a:t>
            </a:r>
            <a:endParaRPr lang="zh-CN" altLang="en-US" sz="3200" b="1">
              <a:solidFill>
                <a:schemeClr val="accent6"/>
              </a:solidFill>
            </a:endParaRPr>
          </a:p>
          <a:p>
            <a:pPr lvl="1" algn="ctr"/>
            <a:r>
              <a:rPr lang="zh-CN" altLang="en-US" sz="2880" b="1">
                <a:solidFill>
                  <a:schemeClr val="accent6"/>
                </a:solidFill>
              </a:rPr>
              <a:t>组件联调</a:t>
            </a:r>
            <a:endParaRPr lang="zh-CN" altLang="en-US" sz="2880" b="1">
              <a:solidFill>
                <a:schemeClr val="accent6"/>
              </a:solidFill>
            </a:endParaRPr>
          </a:p>
          <a:p>
            <a:pPr lvl="1" algn="ctr"/>
            <a:r>
              <a:rPr lang="zh-CN" altLang="en-US" sz="2880" b="1">
                <a:solidFill>
                  <a:schemeClr val="accent6"/>
                </a:solidFill>
              </a:rPr>
              <a:t>问题处理</a:t>
            </a:r>
            <a:endParaRPr lang="zh-CN" altLang="en-US" sz="2880" b="1">
              <a:solidFill>
                <a:schemeClr val="accent6"/>
              </a:solidFill>
            </a:endParaRPr>
          </a:p>
          <a:p>
            <a:pPr lvl="1" algn="ctr"/>
            <a:r>
              <a:rPr lang="zh-CN" altLang="en-US" sz="2880" b="1">
                <a:solidFill>
                  <a:schemeClr val="accent6"/>
                </a:solidFill>
              </a:rPr>
              <a:t>原理分析</a:t>
            </a:r>
            <a:endParaRPr lang="zh-CN" altLang="en-US" sz="2880" b="1">
              <a:solidFill>
                <a:schemeClr val="accent6"/>
              </a:solidFill>
            </a:endParaRPr>
          </a:p>
          <a:p>
            <a:pPr algn="ctr"/>
            <a:r>
              <a:rPr lang="zh-CN" altLang="en-US" sz="3200" b="1">
                <a:solidFill>
                  <a:schemeClr val="accent6"/>
                </a:solidFill>
              </a:rPr>
              <a:t>辅助示例</a:t>
            </a:r>
            <a:endParaRPr lang="zh-CN" altLang="en-US" sz="3200" b="1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46685"/>
            <a:ext cx="10515600" cy="604520"/>
          </a:xfrm>
        </p:spPr>
        <p:txBody>
          <a:bodyPr/>
          <a:p>
            <a:pPr algn="ctr"/>
            <a:r>
              <a:rPr lang="zh-CN" altLang="en-US">
                <a:solidFill>
                  <a:schemeClr val="accent6"/>
                </a:solidFill>
              </a:rPr>
              <a:t>运行时分析：整体概述</a:t>
            </a:r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952500"/>
            <a:ext cx="10515600" cy="5859780"/>
          </a:xfrm>
        </p:spPr>
        <p:txBody>
          <a:bodyPr/>
          <a:p>
            <a:r>
              <a:rPr lang="zh-CN" altLang="en-US">
                <a:solidFill>
                  <a:schemeClr val="accent6"/>
                </a:solidFill>
              </a:rPr>
              <a:t>定位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类别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学习</a:t>
            </a:r>
            <a:endParaRPr lang="zh-CN" altLang="en-US" sz="180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46685"/>
            <a:ext cx="10515600" cy="604520"/>
          </a:xfrm>
        </p:spPr>
        <p:txBody>
          <a:bodyPr/>
          <a:p>
            <a:pPr algn="ctr"/>
            <a:r>
              <a:rPr lang="zh-CN" altLang="en-US">
                <a:solidFill>
                  <a:schemeClr val="accent6"/>
                </a:solidFill>
                <a:sym typeface="+mn-ea"/>
              </a:rPr>
              <a:t>运行时分析：具体内容：</a:t>
            </a:r>
            <a:r>
              <a:rPr lang="zh-CN" altLang="en-US">
                <a:solidFill>
                  <a:schemeClr val="accent6"/>
                </a:solidFill>
              </a:rPr>
              <a:t>组件联调</a:t>
            </a:r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952500"/>
            <a:ext cx="10515600" cy="5859780"/>
          </a:xfrm>
        </p:spPr>
        <p:txBody>
          <a:bodyPr/>
          <a:p>
            <a:r>
              <a:rPr lang="zh-CN" altLang="en-US">
                <a:solidFill>
                  <a:schemeClr val="accent6"/>
                </a:solidFill>
              </a:rPr>
              <a:t>概要描述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处理方法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主要难点</a:t>
            </a:r>
            <a:endParaRPr lang="zh-CN" altLang="en-US" sz="180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46685"/>
            <a:ext cx="10515600" cy="604520"/>
          </a:xfrm>
        </p:spPr>
        <p:txBody>
          <a:bodyPr/>
          <a:p>
            <a:pPr algn="ctr"/>
            <a:r>
              <a:rPr lang="zh-CN" altLang="en-US">
                <a:solidFill>
                  <a:schemeClr val="accent6"/>
                </a:solidFill>
                <a:sym typeface="+mn-ea"/>
              </a:rPr>
              <a:t>运行时分析：</a:t>
            </a:r>
            <a:r>
              <a:rPr lang="zh-CN" altLang="en-US">
                <a:solidFill>
                  <a:schemeClr val="accent6"/>
                </a:solidFill>
                <a:sym typeface="+mn-ea"/>
              </a:rPr>
              <a:t>具体内容：</a:t>
            </a:r>
            <a:r>
              <a:rPr lang="zh-CN" altLang="en-US">
                <a:solidFill>
                  <a:schemeClr val="accent6"/>
                </a:solidFill>
                <a:sym typeface="+mn-ea"/>
              </a:rPr>
              <a:t>问题</a:t>
            </a:r>
            <a:r>
              <a:rPr lang="zh-CN" altLang="en-US">
                <a:solidFill>
                  <a:schemeClr val="accent6"/>
                </a:solidFill>
              </a:rPr>
              <a:t>处理</a:t>
            </a:r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47700" y="952500"/>
            <a:ext cx="10515600" cy="5859780"/>
          </a:xfrm>
        </p:spPr>
        <p:txBody>
          <a:bodyPr/>
          <a:p>
            <a:r>
              <a:rPr lang="zh-CN" altLang="en-US">
                <a:solidFill>
                  <a:schemeClr val="accent6"/>
                </a:solidFill>
              </a:rPr>
              <a:t>概要描述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处理方法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主要难点</a:t>
            </a:r>
            <a:endParaRPr lang="zh-CN" altLang="en-US" sz="180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46685"/>
            <a:ext cx="10515600" cy="604520"/>
          </a:xfrm>
        </p:spPr>
        <p:txBody>
          <a:bodyPr/>
          <a:p>
            <a:pPr algn="ctr"/>
            <a:r>
              <a:rPr lang="zh-CN" altLang="en-US">
                <a:solidFill>
                  <a:schemeClr val="accent6"/>
                </a:solidFill>
                <a:sym typeface="+mn-ea"/>
              </a:rPr>
              <a:t>运行时分析：</a:t>
            </a:r>
            <a:r>
              <a:rPr lang="zh-CN" altLang="en-US">
                <a:solidFill>
                  <a:schemeClr val="accent6"/>
                </a:solidFill>
                <a:sym typeface="+mn-ea"/>
              </a:rPr>
              <a:t>具体内容：</a:t>
            </a:r>
            <a:r>
              <a:rPr lang="zh-CN" altLang="en-US">
                <a:solidFill>
                  <a:schemeClr val="accent6"/>
                </a:solidFill>
              </a:rPr>
              <a:t>原理分析</a:t>
            </a:r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47700" y="952500"/>
            <a:ext cx="10515600" cy="5859780"/>
          </a:xfrm>
        </p:spPr>
        <p:txBody>
          <a:bodyPr/>
          <a:p>
            <a:r>
              <a:rPr lang="zh-CN" altLang="en-US">
                <a:solidFill>
                  <a:schemeClr val="accent6"/>
                </a:solidFill>
              </a:rPr>
              <a:t>概要描述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处理方法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主要难点</a:t>
            </a:r>
            <a:endParaRPr lang="zh-CN" altLang="en-US" sz="180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146685"/>
            <a:ext cx="10515600" cy="604520"/>
          </a:xfrm>
        </p:spPr>
        <p:txBody>
          <a:bodyPr/>
          <a:p>
            <a:pPr algn="ctr"/>
            <a:r>
              <a:rPr lang="zh-CN" altLang="en-US">
                <a:solidFill>
                  <a:schemeClr val="accent6"/>
                </a:solidFill>
                <a:sym typeface="+mn-ea"/>
              </a:rPr>
              <a:t>运行时分析：</a:t>
            </a:r>
            <a:r>
              <a:rPr lang="zh-CN" altLang="en-US">
                <a:solidFill>
                  <a:schemeClr val="accent6"/>
                </a:solidFill>
              </a:rPr>
              <a:t>辅助示例</a:t>
            </a:r>
            <a:endParaRPr lang="zh-CN" altLang="en-US"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952500"/>
            <a:ext cx="10515600" cy="5859780"/>
          </a:xfrm>
        </p:spPr>
        <p:txBody>
          <a:bodyPr/>
          <a:p>
            <a:r>
              <a:rPr lang="zh-CN" altLang="en-US">
                <a:solidFill>
                  <a:schemeClr val="accent6"/>
                </a:solidFill>
              </a:rPr>
              <a:t>处理版本</a:t>
            </a:r>
            <a:endParaRPr lang="zh-CN" altLang="en-US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切换分支比对(分布式软总线为例)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整体信息统计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切分补丁/阅读补丁/内容查找(更改确认)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细化调试</a:t>
            </a:r>
            <a:endParaRPr lang="zh-CN" altLang="en-US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汇编和源码对应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配合设计和实现的运行时数据流程确认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运行时实际加载(尤其是瞬间处理并释放资源/firefox)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阅读代码</a:t>
            </a:r>
            <a:endParaRPr lang="zh-CN" altLang="en-US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整体源码阅读(flatpak为例)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辅助工具/作者思路/整体整理</a:t>
            </a:r>
            <a:endParaRPr lang="zh-CN" altLang="en-US" sz="1800">
              <a:solidFill>
                <a:schemeClr val="accent6"/>
              </a:solidFill>
            </a:endParaRPr>
          </a:p>
          <a:p>
            <a:pPr lvl="1"/>
            <a:r>
              <a:rPr lang="zh-CN" altLang="en-US">
                <a:solidFill>
                  <a:schemeClr val="accent6"/>
                </a:solidFill>
              </a:rPr>
              <a:t>多窗口操作/针对性阅读(具体接口/数据结构/处理流程)</a:t>
            </a:r>
            <a:endParaRPr lang="zh-CN" altLang="en-US" sz="180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</Words>
  <Application>WPS Presentation</Application>
  <PresentationFormat>宽屏</PresentationFormat>
  <Paragraphs>48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7" baseType="lpstr">
      <vt:lpstr>Arial</vt:lpstr>
      <vt:lpstr>宋体</vt:lpstr>
      <vt:lpstr>Wingdings</vt:lpstr>
      <vt:lpstr>DejaVu Sans</vt:lpstr>
      <vt:lpstr>Arial Black</vt:lpstr>
      <vt:lpstr>微软雅黑</vt:lpstr>
      <vt:lpstr>Droid Sans Fallback</vt:lpstr>
      <vt:lpstr>宋体</vt:lpstr>
      <vt:lpstr>Arial Unicode MS</vt:lpstr>
      <vt:lpstr>OpenSymbol</vt:lpstr>
      <vt:lpstr>Office Theme</vt:lpstr>
      <vt:lpstr>PowerPoint 演示文稿</vt:lpstr>
      <vt:lpstr>运行时分析</vt:lpstr>
      <vt:lpstr>整体概述</vt:lpstr>
      <vt:lpstr>组件联调</vt:lpstr>
      <vt:lpstr>Bug处理</vt:lpstr>
      <vt:lpstr>原理分析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gchen</cp:lastModifiedBy>
  <cp:revision>18</cp:revision>
  <dcterms:created xsi:type="dcterms:W3CDTF">2025-11-21T19:32:52Z</dcterms:created>
  <dcterms:modified xsi:type="dcterms:W3CDTF">2025-11-21T19:32:52Z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