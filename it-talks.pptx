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9"/>
  </p:notesMasterIdLst>
  <p:handoutMasterIdLst>
    <p:handoutMasterId r:id="rId80"/>
  </p:handoutMasterIdLst>
  <p:sldIdLst>
    <p:sldId id="256" r:id="rId3"/>
    <p:sldId id="258" r:id="rId4"/>
    <p:sldId id="767" r:id="rId5"/>
    <p:sldId id="1442" r:id="rId6"/>
    <p:sldId id="1443" r:id="rId7"/>
    <p:sldId id="1236" r:id="rId8"/>
    <p:sldId id="1441" r:id="rId9"/>
    <p:sldId id="1440" r:id="rId10"/>
    <p:sldId id="1372" r:id="rId11"/>
    <p:sldId id="1305" r:id="rId12"/>
    <p:sldId id="1304" r:id="rId13"/>
    <p:sldId id="1303" r:id="rId14"/>
    <p:sldId id="1302" r:id="rId15"/>
    <p:sldId id="1239" r:id="rId16"/>
    <p:sldId id="1238" r:id="rId17"/>
    <p:sldId id="1237" r:id="rId18"/>
    <p:sldId id="1175" r:id="rId19"/>
    <p:sldId id="1116" r:id="rId20"/>
    <p:sldId id="1115" r:id="rId21"/>
    <p:sldId id="1114" r:id="rId22"/>
    <p:sldId id="1113" r:id="rId23"/>
    <p:sldId id="1058" r:id="rId24"/>
    <p:sldId id="1004" r:id="rId25"/>
    <p:sldId id="1003" r:id="rId26"/>
    <p:sldId id="1002" r:id="rId27"/>
    <p:sldId id="1001" r:id="rId28"/>
    <p:sldId id="998" r:id="rId29"/>
    <p:sldId id="949" r:id="rId30"/>
    <p:sldId id="901" r:id="rId31"/>
    <p:sldId id="770" r:id="rId32"/>
    <p:sldId id="853" r:id="rId33"/>
    <p:sldId id="854" r:id="rId34"/>
    <p:sldId id="857" r:id="rId35"/>
    <p:sldId id="856" r:id="rId36"/>
    <p:sldId id="811" r:id="rId37"/>
    <p:sldId id="855" r:id="rId38"/>
    <p:sldId id="295" r:id="rId39"/>
    <p:sldId id="763" r:id="rId40"/>
    <p:sldId id="766" r:id="rId41"/>
    <p:sldId id="808" r:id="rId42"/>
    <p:sldId id="809" r:id="rId43"/>
    <p:sldId id="810" r:id="rId44"/>
    <p:sldId id="761" r:id="rId45"/>
    <p:sldId id="293" r:id="rId46"/>
    <p:sldId id="762" r:id="rId47"/>
    <p:sldId id="294" r:id="rId48"/>
    <p:sldId id="314" r:id="rId49"/>
    <p:sldId id="728" r:id="rId50"/>
    <p:sldId id="697" r:id="rId51"/>
    <p:sldId id="667" r:id="rId52"/>
    <p:sldId id="602" r:id="rId53"/>
    <p:sldId id="574" r:id="rId54"/>
    <p:sldId id="467" r:id="rId55"/>
    <p:sldId id="523" r:id="rId56"/>
    <p:sldId id="768" r:id="rId57"/>
    <p:sldId id="468" r:id="rId58"/>
    <p:sldId id="469" r:id="rId59"/>
    <p:sldId id="466" r:id="rId60"/>
    <p:sldId id="445" r:id="rId61"/>
    <p:sldId id="425" r:id="rId62"/>
    <p:sldId id="381" r:id="rId63"/>
    <p:sldId id="363" r:id="rId64"/>
    <p:sldId id="346" r:id="rId65"/>
    <p:sldId id="330" r:id="rId66"/>
    <p:sldId id="262" r:id="rId67"/>
    <p:sldId id="266" r:id="rId68"/>
    <p:sldId id="263" r:id="rId69"/>
    <p:sldId id="271" r:id="rId70"/>
    <p:sldId id="285" r:id="rId71"/>
    <p:sldId id="286" r:id="rId72"/>
    <p:sldId id="287" r:id="rId73"/>
    <p:sldId id="288" r:id="rId74"/>
    <p:sldId id="289" r:id="rId75"/>
    <p:sldId id="290" r:id="rId76"/>
    <p:sldId id="291" r:id="rId77"/>
    <p:sldId id="292" r:id="rId78"/>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84"/>
        <p:guide pos="3847"/>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3" Type="http://schemas.openxmlformats.org/officeDocument/2006/relationships/tableStyles" Target="tableStyles.xml"/><Relationship Id="rId82" Type="http://schemas.openxmlformats.org/officeDocument/2006/relationships/viewProps" Target="viewProps.xml"/><Relationship Id="rId81" Type="http://schemas.openxmlformats.org/officeDocument/2006/relationships/presProps" Target="presProps.xml"/><Relationship Id="rId80" Type="http://schemas.openxmlformats.org/officeDocument/2006/relationships/handoutMaster" Target="handoutMasters/handoutMaster1.xml"/><Relationship Id="rId8" Type="http://schemas.openxmlformats.org/officeDocument/2006/relationships/slide" Target="slides/slide6.xml"/><Relationship Id="rId79" Type="http://schemas.openxmlformats.org/officeDocument/2006/relationships/notesMaster" Target="notesMasters/notesMaster1.xml"/><Relationship Id="rId78" Type="http://schemas.openxmlformats.org/officeDocument/2006/relationships/slide" Target="slides/slide76.xml"/><Relationship Id="rId77" Type="http://schemas.openxmlformats.org/officeDocument/2006/relationships/slide" Target="slides/slide75.xml"/><Relationship Id="rId76" Type="http://schemas.openxmlformats.org/officeDocument/2006/relationships/slide" Target="slides/slide74.xml"/><Relationship Id="rId75" Type="http://schemas.openxmlformats.org/officeDocument/2006/relationships/slide" Target="slides/slide73.xml"/><Relationship Id="rId74" Type="http://schemas.openxmlformats.org/officeDocument/2006/relationships/slide" Target="slides/slide72.xml"/><Relationship Id="rId73" Type="http://schemas.openxmlformats.org/officeDocument/2006/relationships/slide" Target="slides/slide71.xml"/><Relationship Id="rId72" Type="http://schemas.openxmlformats.org/officeDocument/2006/relationships/slide" Target="slides/slide70.xml"/><Relationship Id="rId71" Type="http://schemas.openxmlformats.org/officeDocument/2006/relationships/slide" Target="slides/slide69.xml"/><Relationship Id="rId70" Type="http://schemas.openxmlformats.org/officeDocument/2006/relationships/slide" Target="slides/slide68.xml"/><Relationship Id="rId7" Type="http://schemas.openxmlformats.org/officeDocument/2006/relationships/slide" Target="slides/slide5.xml"/><Relationship Id="rId69" Type="http://schemas.openxmlformats.org/officeDocument/2006/relationships/slide" Target="slides/slide67.xml"/><Relationship Id="rId68" Type="http://schemas.openxmlformats.org/officeDocument/2006/relationships/slide" Target="slides/slide66.xml"/><Relationship Id="rId67" Type="http://schemas.openxmlformats.org/officeDocument/2006/relationships/slide" Target="slides/slide65.xml"/><Relationship Id="rId66" Type="http://schemas.openxmlformats.org/officeDocument/2006/relationships/slide" Target="slides/slide64.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27.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28.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6248400"/>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pPr lvl="1"/>
            <a:r>
              <a:rPr lang="zh-CN" altLang="en-US" sz="2265"/>
              <a:t>我的</a:t>
            </a:r>
            <a:r>
              <a:rPr lang="en-US" altLang="zh-CN" sz="2265"/>
              <a:t>AI</a:t>
            </a:r>
            <a:r>
              <a:rPr lang="zh-CN" altLang="en-US" sz="2265"/>
              <a:t>语言：整体介绍</a:t>
            </a:r>
            <a:r>
              <a:rPr lang="en-US" altLang="zh-CN" sz="2265"/>
              <a:t>AI</a:t>
            </a:r>
            <a:r>
              <a:rPr lang="zh-CN" altLang="en-US" sz="2265"/>
              <a:t>语言</a:t>
            </a:r>
            <a:r>
              <a:rPr lang="en-US" altLang="zh-CN" sz="2265"/>
              <a:t>.</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r>
              <a:rPr lang="zh-CN" altLang="en-US"/>
              <a:t>用户态1：初步理解，简单的</a:t>
            </a:r>
            <a:r>
              <a:rPr lang="en-US" altLang="zh-CN"/>
              <a:t>demo</a:t>
            </a:r>
            <a:r>
              <a:rPr lang="zh-CN" altLang="en-US"/>
              <a:t>程序，关注基本的加载运行全流程</a:t>
            </a:r>
            <a:endParaRPr lang="zh-CN" altLang="en-US"/>
          </a:p>
          <a:p>
            <a:pPr lvl="1"/>
            <a:r>
              <a:rPr lang="zh-CN" altLang="en-US"/>
              <a:t>用户态2：概要分析，同一个简单的</a:t>
            </a:r>
            <a:r>
              <a:rPr lang="en-US" altLang="zh-CN"/>
              <a:t>demo</a:t>
            </a:r>
            <a:r>
              <a:rPr lang="zh-CN" altLang="en-US"/>
              <a:t>程序，关注运行时处理细节</a:t>
            </a:r>
            <a:endParaRPr lang="zh-CN" altLang="en-US"/>
          </a:p>
          <a:p>
            <a:pPr lvl="1"/>
            <a:r>
              <a:rPr lang="zh-CN" altLang="en-US"/>
              <a:t>内核模块：</a:t>
            </a:r>
            <a:r>
              <a:rPr lang="en-US" altLang="zh-CN"/>
              <a:t>AI</a:t>
            </a:r>
            <a:r>
              <a:rPr lang="zh-CN" altLang="en-US"/>
              <a:t>生成示例代码/加载/运行</a:t>
            </a:r>
            <a:endParaRPr lang="zh-CN" altLang="en-US"/>
          </a:p>
          <a:p>
            <a:pPr lvl="1"/>
            <a:r>
              <a:rPr lang="zh-CN" altLang="en-US"/>
              <a:t>跨机运行：</a:t>
            </a:r>
            <a:r>
              <a:rPr lang="en-US" altLang="zh-CN"/>
              <a:t>X11</a:t>
            </a:r>
            <a:r>
              <a:rPr lang="zh-CN" altLang="en-US"/>
              <a:t>程序，例如</a:t>
            </a:r>
            <a:r>
              <a:rPr lang="en-US" altLang="zh-CN"/>
              <a:t>xclock</a:t>
            </a:r>
            <a:r>
              <a:rPr lang="zh-CN" altLang="en-US"/>
              <a:t>示例</a:t>
            </a:r>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sz="1600"/>
          </a:p>
          <a:p>
            <a:pPr lvl="2"/>
            <a:endParaRPr lang="zh-CN" altLang="en-US" sz="1600"/>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r>
              <a:rPr lang="zh-CN" altLang="en-US"/>
              <a:t>编译原理：前端(功能/线性/图)/中间语言(优化)/后端(LTO/汇编/opcode)，起始/自举/交叉，开发框架</a:t>
            </a:r>
            <a:endParaRPr lang="zh-CN" altLang="en-US"/>
          </a:p>
          <a:p>
            <a:pPr lvl="1"/>
            <a:r>
              <a:rPr lang="zh-CN" altLang="en-US"/>
              <a:t>链接原理：文件布局(elf/om)/静态/动态链接/LTO，指定入口/导出符号/段设置(异构链接)，支撑库</a:t>
            </a:r>
            <a:endParaRPr lang="zh-CN" altLang="en-US"/>
          </a:p>
          <a:p>
            <a:pPr lvl="1"/>
            <a:r>
              <a:rPr lang="zh-CN" altLang="en-US"/>
              <a:t>内容方法：增加语言或功能(前端)/增加平台(后端)，解决bug，代码优化；单元测试/中间文件</a:t>
            </a:r>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30603</Words>
  <Application>WPS Presentation</Application>
  <PresentationFormat>宽屏</PresentationFormat>
  <Paragraphs>1972</Paragraphs>
  <Slides>76</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76</vt:i4>
      </vt:variant>
    </vt:vector>
  </HeadingPairs>
  <TitlesOfParts>
    <vt:vector size="94"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程序的加载运行</vt:lpstr>
      <vt:lpstr>程序的加载运行</vt:lpstr>
      <vt:lpstr>程序的加载运行</vt:lpstr>
      <vt:lpstr>程序的加载运行</vt:lpstr>
      <vt:lpstr>程序的加载运行</vt:lpstr>
      <vt:lpstr>程序的编译链接</vt:lpstr>
      <vt:lpstr>程序的编译链接</vt:lpstr>
      <vt:lpstr>程序的编译链接</vt:lpstr>
      <vt:lpstr>程序的编译链接</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791</cp:revision>
  <dcterms:created xsi:type="dcterms:W3CDTF">2025-10-04T16:04:57Z</dcterms:created>
  <dcterms:modified xsi:type="dcterms:W3CDTF">2025-10-04T16:04:57Z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