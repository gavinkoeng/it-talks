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5"/>
  </p:notesMasterIdLst>
  <p:handoutMasterIdLst>
    <p:handoutMasterId r:id="rId56"/>
  </p:handoutMasterIdLst>
  <p:sldIdLst>
    <p:sldId id="256" r:id="rId3"/>
    <p:sldId id="258" r:id="rId4"/>
    <p:sldId id="767" r:id="rId5"/>
    <p:sldId id="852" r:id="rId6"/>
    <p:sldId id="901" r:id="rId7"/>
    <p:sldId id="770" r:id="rId8"/>
    <p:sldId id="853" r:id="rId9"/>
    <p:sldId id="854" r:id="rId10"/>
    <p:sldId id="857" r:id="rId11"/>
    <p:sldId id="856" r:id="rId12"/>
    <p:sldId id="811" r:id="rId13"/>
    <p:sldId id="855" r:id="rId14"/>
    <p:sldId id="295" r:id="rId15"/>
    <p:sldId id="763" r:id="rId16"/>
    <p:sldId id="766" r:id="rId17"/>
    <p:sldId id="808" r:id="rId18"/>
    <p:sldId id="809" r:id="rId19"/>
    <p:sldId id="810" r:id="rId20"/>
    <p:sldId id="761" r:id="rId21"/>
    <p:sldId id="293" r:id="rId22"/>
    <p:sldId id="762" r:id="rId23"/>
    <p:sldId id="294" r:id="rId24"/>
    <p:sldId id="314" r:id="rId25"/>
    <p:sldId id="728" r:id="rId26"/>
    <p:sldId id="697" r:id="rId27"/>
    <p:sldId id="667" r:id="rId28"/>
    <p:sldId id="602" r:id="rId29"/>
    <p:sldId id="574" r:id="rId30"/>
    <p:sldId id="467" r:id="rId31"/>
    <p:sldId id="523" r:id="rId32"/>
    <p:sldId id="768" r:id="rId33"/>
    <p:sldId id="468" r:id="rId34"/>
    <p:sldId id="469" r:id="rId35"/>
    <p:sldId id="466" r:id="rId36"/>
    <p:sldId id="445" r:id="rId37"/>
    <p:sldId id="425" r:id="rId38"/>
    <p:sldId id="381" r:id="rId39"/>
    <p:sldId id="363" r:id="rId40"/>
    <p:sldId id="346" r:id="rId41"/>
    <p:sldId id="330" r:id="rId42"/>
    <p:sldId id="262" r:id="rId43"/>
    <p:sldId id="266" r:id="rId44"/>
    <p:sldId id="263" r:id="rId45"/>
    <p:sldId id="271" r:id="rId46"/>
    <p:sldId id="285" r:id="rId47"/>
    <p:sldId id="286" r:id="rId48"/>
    <p:sldId id="287" r:id="rId49"/>
    <p:sldId id="288" r:id="rId50"/>
    <p:sldId id="289" r:id="rId51"/>
    <p:sldId id="290" r:id="rId52"/>
    <p:sldId id="291" r:id="rId53"/>
    <p:sldId id="292" r:id="rId54"/>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328"/>
        <p:guide pos="3839"/>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9" Type="http://schemas.openxmlformats.org/officeDocument/2006/relationships/tableStyles" Target="tableStyles.xml"/><Relationship Id="rId58" Type="http://schemas.openxmlformats.org/officeDocument/2006/relationships/viewProps" Target="viewProps.xml"/><Relationship Id="rId57" Type="http://schemas.openxmlformats.org/officeDocument/2006/relationships/presProps" Target="presProps.xml"/><Relationship Id="rId56" Type="http://schemas.openxmlformats.org/officeDocument/2006/relationships/handoutMaster" Target="handoutMasters/handoutMaster1.xml"/><Relationship Id="rId55" Type="http://schemas.openxmlformats.org/officeDocument/2006/relationships/notesMaster" Target="notesMasters/notesMaster1.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4" Type="http://schemas.openxmlformats.org/officeDocument/2006/relationships/vmlDrawing" Target="../drawings/vmlDrawing1.vml"/><Relationship Id="rId3" Type="http://schemas.openxmlformats.org/officeDocument/2006/relationships/slideLayout" Target="../slideLayouts/slideLayout2.xml"/><Relationship Id="rId2" Type="http://schemas.openxmlformats.org/officeDocument/2006/relationships/image" Target="../media/image1.png"/><Relationship Id="rId1" Type="http://schemas.openxmlformats.org/officeDocument/2006/relationships/oleObject" Target="../embeddings/oleObject1.bin"/></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2.png"/><Relationship Id="rId1" Type="http://schemas.openxmlformats.org/officeDocument/2006/relationships/oleObject" Target="../embeddings/oleObject2.bin"/></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21668</Words>
  <Application>WPS Presentation</Application>
  <PresentationFormat>宽屏</PresentationFormat>
  <Paragraphs>1503</Paragraphs>
  <Slides>52</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52</vt:i4>
      </vt:variant>
    </vt:vector>
  </HeadingPairs>
  <TitlesOfParts>
    <vt:vector size="65"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It-talks 提纲</vt:lpstr>
      <vt:lpstr>整体提纲</vt:lpstr>
      <vt:lpstr>工具链</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650</cp:revision>
  <dcterms:created xsi:type="dcterms:W3CDTF">2025-08-22T07:14:13Z</dcterms:created>
  <dcterms:modified xsi:type="dcterms:W3CDTF">2025-08-22T07:14:13Z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