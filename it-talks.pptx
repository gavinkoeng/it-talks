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0"/>
  </p:notesMasterIdLst>
  <p:handoutMasterIdLst>
    <p:handoutMasterId r:id="rId71"/>
  </p:handoutMasterIdLst>
  <p:sldIdLst>
    <p:sldId id="256" r:id="rId3"/>
    <p:sldId id="258" r:id="rId4"/>
    <p:sldId id="767" r:id="rId5"/>
    <p:sldId id="1236" r:id="rId6"/>
    <p:sldId id="1239" r:id="rId7"/>
    <p:sldId id="1238" r:id="rId8"/>
    <p:sldId id="1237" r:id="rId9"/>
    <p:sldId id="1175" r:id="rId10"/>
    <p:sldId id="1116" r:id="rId11"/>
    <p:sldId id="1115" r:id="rId12"/>
    <p:sldId id="1114" r:id="rId13"/>
    <p:sldId id="1113" r:id="rId14"/>
    <p:sldId id="1058" r:id="rId15"/>
    <p:sldId id="1004" r:id="rId16"/>
    <p:sldId id="1003" r:id="rId17"/>
    <p:sldId id="1002" r:id="rId18"/>
    <p:sldId id="1001" r:id="rId19"/>
    <p:sldId id="998" r:id="rId20"/>
    <p:sldId id="949" r:id="rId21"/>
    <p:sldId id="901" r:id="rId22"/>
    <p:sldId id="770" r:id="rId23"/>
    <p:sldId id="853" r:id="rId24"/>
    <p:sldId id="854" r:id="rId25"/>
    <p:sldId id="857" r:id="rId26"/>
    <p:sldId id="856" r:id="rId27"/>
    <p:sldId id="811" r:id="rId28"/>
    <p:sldId id="855" r:id="rId29"/>
    <p:sldId id="295" r:id="rId30"/>
    <p:sldId id="763" r:id="rId31"/>
    <p:sldId id="766" r:id="rId32"/>
    <p:sldId id="808" r:id="rId33"/>
    <p:sldId id="809" r:id="rId34"/>
    <p:sldId id="810" r:id="rId35"/>
    <p:sldId id="761" r:id="rId36"/>
    <p:sldId id="293" r:id="rId37"/>
    <p:sldId id="762" r:id="rId38"/>
    <p:sldId id="294" r:id="rId39"/>
    <p:sldId id="314" r:id="rId40"/>
    <p:sldId id="728" r:id="rId41"/>
    <p:sldId id="697" r:id="rId42"/>
    <p:sldId id="667" r:id="rId43"/>
    <p:sldId id="602" r:id="rId44"/>
    <p:sldId id="574" r:id="rId45"/>
    <p:sldId id="467" r:id="rId46"/>
    <p:sldId id="523" r:id="rId47"/>
    <p:sldId id="768" r:id="rId48"/>
    <p:sldId id="468" r:id="rId49"/>
    <p:sldId id="469" r:id="rId50"/>
    <p:sldId id="466" r:id="rId51"/>
    <p:sldId id="445" r:id="rId52"/>
    <p:sldId id="425" r:id="rId53"/>
    <p:sldId id="381" r:id="rId54"/>
    <p:sldId id="363" r:id="rId55"/>
    <p:sldId id="346" r:id="rId56"/>
    <p:sldId id="330" r:id="rId57"/>
    <p:sldId id="262" r:id="rId58"/>
    <p:sldId id="266" r:id="rId59"/>
    <p:sldId id="263" r:id="rId60"/>
    <p:sldId id="271" r:id="rId61"/>
    <p:sldId id="285" r:id="rId62"/>
    <p:sldId id="286" r:id="rId63"/>
    <p:sldId id="287" r:id="rId64"/>
    <p:sldId id="288" r:id="rId65"/>
    <p:sldId id="289" r:id="rId66"/>
    <p:sldId id="290" r:id="rId67"/>
    <p:sldId id="291" r:id="rId68"/>
    <p:sldId id="292" r:id="rId69"/>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84"/>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notesMaster" Target="notesMasters/notesMaster1.xml"/><Relationship Id="rId7" Type="http://schemas.openxmlformats.org/officeDocument/2006/relationships/slide" Target="slides/slide5.xml"/><Relationship Id="rId69" Type="http://schemas.openxmlformats.org/officeDocument/2006/relationships/slide" Target="slides/slide67.xml"/><Relationship Id="rId68" Type="http://schemas.openxmlformats.org/officeDocument/2006/relationships/slide" Target="slides/slide66.xml"/><Relationship Id="rId67" Type="http://schemas.openxmlformats.org/officeDocument/2006/relationships/slide" Target="slides/slide65.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18.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19.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590359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26885</Words>
  <Application>WPS Presentation</Application>
  <PresentationFormat>宽屏</PresentationFormat>
  <Paragraphs>1782</Paragraphs>
  <Slides>67</Slides>
  <Notes>0</Notes>
  <HiddenSlides>0</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7</vt:i4>
      </vt:variant>
      <vt:variant>
        <vt:lpstr>幻灯片标题</vt:lpstr>
      </vt:variant>
      <vt:variant>
        <vt:i4>67</vt:i4>
      </vt:variant>
    </vt:vector>
  </HeadingPairs>
  <TitlesOfParts>
    <vt:vector size="84" baseType="lpstr">
      <vt:lpstr>Arial</vt:lpstr>
      <vt:lpstr>宋体</vt:lpstr>
      <vt:lpstr>Wingdings</vt:lpstr>
      <vt:lpstr>DejaVu Sans</vt:lpstr>
      <vt:lpstr>Arial Black</vt:lpstr>
      <vt:lpstr>Droid Sans Fallback</vt:lpstr>
      <vt:lpstr>微软雅黑</vt:lpstr>
      <vt:lpstr>宋体</vt:lpstr>
      <vt:lpstr>Arial Unicode MS</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755</cp:revision>
  <dcterms:created xsi:type="dcterms:W3CDTF">2025-09-21T08:22:58Z</dcterms:created>
  <dcterms:modified xsi:type="dcterms:W3CDTF">2025-09-21T08:22:58Z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