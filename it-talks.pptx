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handoutMasterIdLst>
    <p:handoutMasterId r:id="rId48"/>
  </p:handoutMasterIdLst>
  <p:sldIdLst>
    <p:sldId id="256" r:id="rId3"/>
    <p:sldId id="258" r:id="rId4"/>
    <p:sldId id="400" r:id="rId5"/>
    <p:sldId id="631" r:id="rId6"/>
    <p:sldId id="492" r:id="rId7"/>
    <p:sldId id="767" r:id="rId8"/>
    <p:sldId id="770" r:id="rId9"/>
    <p:sldId id="295" r:id="rId10"/>
    <p:sldId id="763" r:id="rId11"/>
    <p:sldId id="766" r:id="rId12"/>
    <p:sldId id="761" r:id="rId13"/>
    <p:sldId id="293" r:id="rId14"/>
    <p:sldId id="762" r:id="rId15"/>
    <p:sldId id="294" r:id="rId16"/>
    <p:sldId id="314" r:id="rId17"/>
    <p:sldId id="728" r:id="rId18"/>
    <p:sldId id="697" r:id="rId19"/>
    <p:sldId id="667" r:id="rId20"/>
    <p:sldId id="602" r:id="rId21"/>
    <p:sldId id="574" r:id="rId22"/>
    <p:sldId id="467" r:id="rId23"/>
    <p:sldId id="523" r:id="rId24"/>
    <p:sldId id="768" r:id="rId25"/>
    <p:sldId id="468" r:id="rId26"/>
    <p:sldId id="469" r:id="rId27"/>
    <p:sldId id="466" r:id="rId28"/>
    <p:sldId id="445" r:id="rId29"/>
    <p:sldId id="425" r:id="rId30"/>
    <p:sldId id="381" r:id="rId31"/>
    <p:sldId id="363" r:id="rId32"/>
    <p:sldId id="346" r:id="rId33"/>
    <p:sldId id="330" r:id="rId34"/>
    <p:sldId id="262" r:id="rId35"/>
    <p:sldId id="266" r:id="rId36"/>
    <p:sldId id="263" r:id="rId37"/>
    <p:sldId id="271" r:id="rId38"/>
    <p:sldId id="285" r:id="rId39"/>
    <p:sldId id="286" r:id="rId40"/>
    <p:sldId id="287" r:id="rId41"/>
    <p:sldId id="288" r:id="rId42"/>
    <p:sldId id="289" r:id="rId43"/>
    <p:sldId id="290" r:id="rId44"/>
    <p:sldId id="291" r:id="rId45"/>
    <p:sldId id="292" r:id="rId46"/>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328"/>
        <p:guide pos="3874"/>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1" Type="http://schemas.openxmlformats.org/officeDocument/2006/relationships/tableStyles" Target="tableStyles.xml"/><Relationship Id="rId50" Type="http://schemas.openxmlformats.org/officeDocument/2006/relationships/viewProps" Target="viewProps.xml"/><Relationship Id="rId5" Type="http://schemas.openxmlformats.org/officeDocument/2006/relationships/slide" Target="slides/slide3.xml"/><Relationship Id="rId49" Type="http://schemas.openxmlformats.org/officeDocument/2006/relationships/presProps" Target="presProps.xml"/><Relationship Id="rId48" Type="http://schemas.openxmlformats.org/officeDocument/2006/relationships/handoutMaster" Target="handoutMasters/handoutMaster1.xml"/><Relationship Id="rId47" Type="http://schemas.openxmlformats.org/officeDocument/2006/relationships/notesMaster" Target="notesMasters/notesMaster1.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oleObject" Target="../embeddings/oleObject1.bin"/></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zh-CN" altLang="en-US"/>
              <a:t>抖音直播视频提纲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t>计算机：</a:t>
            </a:r>
            <a:endParaRPr lang="zh-CN" altLang="en-US"/>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t>平台组件：</a:t>
            </a:r>
            <a:endParaRPr lang="zh-CN" altLang="en-US" sz="1800"/>
          </a:p>
          <a:p>
            <a:pPr lvl="1"/>
            <a:r>
              <a:rPr lang="zh-CN" altLang="en-US" sz="1800"/>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工具链（程序的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a:bodyPr>
          <a:p>
            <a:r>
              <a:rPr lang="zh-CN" altLang="en-US" sz="2520"/>
              <a:t>程序的编程语言：</a:t>
            </a:r>
            <a:endParaRPr lang="zh-CN" altLang="en-US" sz="2520"/>
          </a:p>
          <a:p>
            <a:pPr lvl="1"/>
            <a:r>
              <a:rPr lang="zh-CN" altLang="en-US" sz="2265"/>
              <a:t>整体结构：</a:t>
            </a:r>
            <a:endParaRPr lang="zh-CN" altLang="en-US" sz="2265"/>
          </a:p>
          <a:p>
            <a:pPr lvl="1"/>
            <a:r>
              <a:rPr lang="zh-CN" altLang="en-US" sz="2265"/>
              <a:t>概述内容：</a:t>
            </a:r>
            <a:endParaRPr lang="zh-CN" altLang="en-US" sz="2265"/>
          </a:p>
          <a:p>
            <a:pPr lvl="1"/>
            <a:r>
              <a:rPr lang="zh-CN" altLang="en-US" sz="2265"/>
              <a:t>引用视频：</a:t>
            </a:r>
            <a:endParaRPr lang="zh-CN" altLang="en-US" sz="2265"/>
          </a:p>
          <a:p>
            <a:r>
              <a:rPr lang="zh-CN" altLang="en-US" sz="2520"/>
              <a:t>程序的编译解释：</a:t>
            </a:r>
            <a:endParaRPr lang="zh-CN" altLang="en-US" sz="2520"/>
          </a:p>
          <a:p>
            <a:pPr lvl="1"/>
            <a:r>
              <a:rPr lang="zh-CN" altLang="en-US" sz="2265"/>
              <a:t>编译流程：编译原理的完整流程；编译器的整体结构；单独介绍自然语言处理</a:t>
            </a:r>
            <a:endParaRPr lang="zh-CN" altLang="en-US" sz="2265"/>
          </a:p>
          <a:p>
            <a:pPr lvl="1"/>
            <a:r>
              <a:rPr lang="zh-CN" altLang="en-US" sz="2265"/>
              <a:t>解释流程：模拟原理，</a:t>
            </a:r>
            <a:r>
              <a:rPr lang="en-US" altLang="zh-CN" sz="2265"/>
              <a:t>Java/Python/QEMU/Mesa，Qemu环境模拟，J/P区别</a:t>
            </a:r>
            <a:r>
              <a:rPr lang="zh-CN" altLang="en-US" sz="2265"/>
              <a:t>和</a:t>
            </a:r>
            <a:r>
              <a:rPr lang="en-US" altLang="zh-CN" sz="2265"/>
              <a:t>j/pni</a:t>
            </a:r>
            <a:endParaRPr lang="en-US" altLang="zh-CN" sz="2265"/>
          </a:p>
          <a:p>
            <a:pPr lvl="1"/>
            <a:r>
              <a:rPr lang="zh-CN" altLang="en-US" sz="2265"/>
              <a:t>链接加载：可执行文件格式，链接原理，启动运行和库加载</a:t>
            </a:r>
            <a:endParaRPr lang="zh-CN" altLang="en-US" sz="2265"/>
          </a:p>
          <a:p>
            <a:r>
              <a:rPr lang="zh-CN" altLang="en-US" sz="2520"/>
              <a:t>程序的调试监控：</a:t>
            </a:r>
            <a:endParaRPr lang="zh-CN" altLang="en-US" sz="2520"/>
          </a:p>
          <a:p>
            <a:pPr lvl="1"/>
            <a:r>
              <a:rPr lang="zh-CN" altLang="en-US" sz="2265"/>
              <a:t>调试原理：挂接和断点，线程/CPU/堆栈/内存/异常，虚拟机/内核/Core，加壳脱壳</a:t>
            </a:r>
            <a:endParaRPr lang="zh-CN" altLang="en-US" sz="2265"/>
          </a:p>
          <a:p>
            <a:pPr lvl="1"/>
            <a:r>
              <a:rPr lang="zh-CN" altLang="en-US" sz="2265"/>
              <a:t>监控原理：</a:t>
            </a:r>
            <a:endParaRPr lang="zh-CN" altLang="en-US" sz="2265"/>
          </a:p>
          <a:p>
            <a:pPr lvl="1"/>
            <a:r>
              <a:rPr lang="zh-CN" altLang="en-US" sz="2265"/>
              <a:t>处理流程：</a:t>
            </a:r>
            <a:endParaRPr lang="zh-CN" altLang="en-US" sz="226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各高级语言和协处理语言</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20339</Words>
  <Application>WPS Presentation</Application>
  <PresentationFormat>宽屏</PresentationFormat>
  <Paragraphs>1254</Paragraphs>
  <Slides>44</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44</vt:i4>
      </vt:variant>
    </vt:vector>
  </HeadingPairs>
  <TitlesOfParts>
    <vt:vector size="56" baseType="lpstr">
      <vt:lpstr>Arial</vt:lpstr>
      <vt:lpstr>宋体</vt:lpstr>
      <vt:lpstr>Wingdings</vt:lpstr>
      <vt:lpstr>DejaVu Sans</vt:lpstr>
      <vt:lpstr>Droid Sans Fallback</vt:lpstr>
      <vt:lpstr>Arial Black</vt:lpstr>
      <vt:lpstr>微软雅黑</vt:lpstr>
      <vt:lpstr>宋体</vt:lpstr>
      <vt:lpstr>Arial Unicode MS</vt:lpstr>
      <vt:lpstr>OpenSymbol</vt:lpstr>
      <vt:lpstr>Office Theme</vt:lpstr>
      <vt:lpstr>Package</vt:lpstr>
      <vt:lpstr>抖音直播视频提纲</vt:lpstr>
      <vt:lpstr>整体提纲</vt:lpstr>
      <vt:lpstr>业务应用（IT的XXX）</vt:lpstr>
      <vt:lpstr>平台组件（系统的XXX）</vt:lpstr>
      <vt:lpstr>体系原理（电脑的XXX）</vt:lpstr>
      <vt:lpstr>工具链（程序的XXX）</vt:lpstr>
      <vt:lpstr>PowerPoint 演示文稿</vt:lpstr>
      <vt:lpstr>编程语言-整体描述</vt:lpstr>
      <vt:lpstr>编程语言-具体语言</vt:lpstr>
      <vt:lpstr>编程语言-学习建议</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607</cp:revision>
  <dcterms:created xsi:type="dcterms:W3CDTF">2025-08-13T21:10:36Z</dcterms:created>
  <dcterms:modified xsi:type="dcterms:W3CDTF">2025-08-13T21:10:36Z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